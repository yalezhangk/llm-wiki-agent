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48" r:id="rId2"/>
    <p:sldMasterId id="2147483728" r:id="rId3"/>
    <p:sldMasterId id="2147483750" r:id="rId4"/>
  </p:sldMasterIdLst>
  <p:notesMasterIdLst>
    <p:notesMasterId r:id="rId6"/>
  </p:notesMasterIdLst>
  <p:handoutMasterIdLst>
    <p:handoutMasterId r:id="rId7"/>
  </p:handoutMasterIdLst>
  <p:sldIdLst>
    <p:sldId id="467" r:id="rId5"/>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1">
          <p15:clr>
            <a:srgbClr val="A4A3A4"/>
          </p15:clr>
        </p15:guide>
        <p15:guide id="2" orient="horz" pos="2762">
          <p15:clr>
            <a:srgbClr val="A4A3A4"/>
          </p15:clr>
        </p15:guide>
        <p15:guide id="3" orient="horz" pos="990">
          <p15:clr>
            <a:srgbClr val="A4A3A4"/>
          </p15:clr>
        </p15:guide>
        <p15:guide id="4" orient="horz" pos="3104">
          <p15:clr>
            <a:srgbClr val="A4A3A4"/>
          </p15:clr>
        </p15:guide>
        <p15:guide id="5" orient="horz" pos="566">
          <p15:clr>
            <a:srgbClr val="A4A3A4"/>
          </p15:clr>
        </p15:guide>
        <p15:guide id="6" orient="horz" pos="2639">
          <p15:clr>
            <a:srgbClr val="A4A3A4"/>
          </p15:clr>
        </p15:guide>
        <p15:guide id="7" orient="horz" pos="758">
          <p15:clr>
            <a:srgbClr val="A4A3A4"/>
          </p15:clr>
        </p15:guide>
        <p15:guide id="8" orient="horz" pos="145">
          <p15:clr>
            <a:srgbClr val="A4A3A4"/>
          </p15:clr>
        </p15:guide>
        <p15:guide id="9" orient="horz" pos="1688">
          <p15:clr>
            <a:srgbClr val="A4A3A4"/>
          </p15:clr>
        </p15:guide>
        <p15:guide id="10" orient="horz" pos="2828">
          <p15:clr>
            <a:srgbClr val="A4A3A4"/>
          </p15:clr>
        </p15:guide>
        <p15:guide id="11" pos="5630">
          <p15:clr>
            <a:srgbClr val="A4A3A4"/>
          </p15:clr>
        </p15:guide>
        <p15:guide id="12" pos="3788">
          <p15:clr>
            <a:srgbClr val="A4A3A4"/>
          </p15:clr>
        </p15:guide>
        <p15:guide id="13" pos="2906">
          <p15:clr>
            <a:srgbClr val="A4A3A4"/>
          </p15:clr>
        </p15:guide>
        <p15:guide id="14" pos="3674">
          <p15:clr>
            <a:srgbClr val="A4A3A4"/>
          </p15:clr>
        </p15:guide>
        <p15:guide id="15" pos="3901">
          <p15:clr>
            <a:srgbClr val="A4A3A4"/>
          </p15:clr>
        </p15:guide>
        <p15:guide id="16" pos="3018">
          <p15:clr>
            <a:srgbClr val="A4A3A4"/>
          </p15:clr>
        </p15:guide>
        <p15:guide id="17" pos="2791">
          <p15:clr>
            <a:srgbClr val="A4A3A4"/>
          </p15:clr>
        </p15:guide>
        <p15:guide id="18" pos="159">
          <p15:clr>
            <a:srgbClr val="A4A3A4"/>
          </p15:clr>
        </p15:guide>
        <p15:guide id="19" pos="1847">
          <p15:clr>
            <a:srgbClr val="A4A3A4"/>
          </p15:clr>
        </p15:guide>
        <p15:guide id="20" orient="horz" pos="2759">
          <p15:clr>
            <a:srgbClr val="A4A3A4"/>
          </p15:clr>
        </p15:guide>
        <p15:guide id="21" orient="horz" pos="1628">
          <p15:clr>
            <a:srgbClr val="A4A3A4"/>
          </p15:clr>
        </p15:guide>
        <p15:guide id="22" pos="2876">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C74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9" autoAdjust="0"/>
    <p:restoredTop sz="95535" autoAdjust="0"/>
  </p:normalViewPr>
  <p:slideViewPr>
    <p:cSldViewPr snapToGrid="0">
      <p:cViewPr varScale="1">
        <p:scale>
          <a:sx n="90" d="100"/>
          <a:sy n="90" d="100"/>
        </p:scale>
        <p:origin x="936" y="72"/>
      </p:cViewPr>
      <p:guideLst>
        <p:guide orient="horz" pos="1831"/>
        <p:guide orient="horz" pos="2762"/>
        <p:guide orient="horz" pos="990"/>
        <p:guide orient="horz" pos="3104"/>
        <p:guide orient="horz" pos="566"/>
        <p:guide orient="horz" pos="2639"/>
        <p:guide orient="horz" pos="758"/>
        <p:guide orient="horz" pos="145"/>
        <p:guide orient="horz" pos="1688"/>
        <p:guide orient="horz" pos="2828"/>
        <p:guide pos="5630"/>
        <p:guide pos="3788"/>
        <p:guide pos="2906"/>
        <p:guide pos="3674"/>
        <p:guide pos="3901"/>
        <p:guide pos="3018"/>
        <p:guide pos="2791"/>
        <p:guide pos="159"/>
        <p:guide pos="1847"/>
        <p:guide orient="horz" pos="2759"/>
        <p:guide orient="horz" pos="1628"/>
        <p:guide pos="2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7" d="100"/>
          <a:sy n="47" d="100"/>
        </p:scale>
        <p:origin x="-2370" y="-96"/>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12/5/2019</a:t>
            </a:fld>
            <a:endParaRPr lang="en-US" dirty="0"/>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dirty="0"/>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12/5/2019</a:t>
            </a:fld>
            <a:endParaRPr lang="en-US" dirty="0"/>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dirty="0"/>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9144000" cy="4330794"/>
          </a:xfrm>
          <a:prstGeom prst="rect">
            <a:avLst/>
          </a:prstGeom>
          <a:solidFill>
            <a:schemeClr val="bg1">
              <a:lumMod val="95000"/>
            </a:schemeClr>
          </a:solidFill>
        </p:spPr>
        <p:txBody>
          <a:bodyPr lIns="91437" tIns="45718" rIns="91437" bIns="45718"/>
          <a:lstStyle>
            <a:lvl1pPr>
              <a:buNone/>
              <a:defRPr sz="1400">
                <a:solidFill>
                  <a:schemeClr val="bg1">
                    <a:lumMod val="85000"/>
                  </a:schemeClr>
                </a:solidFill>
              </a:defRPr>
            </a:lvl1pPr>
          </a:lstStyle>
          <a:p>
            <a:r>
              <a:rPr lang="en-US" dirty="0"/>
              <a:t>Click icon to add picture</a:t>
            </a:r>
          </a:p>
        </p:txBody>
      </p:sp>
      <p:sp>
        <p:nvSpPr>
          <p:cNvPr id="8" name="Title 1"/>
          <p:cNvSpPr>
            <a:spLocks noGrp="1"/>
          </p:cNvSpPr>
          <p:nvPr>
            <p:ph type="ctrTitle" hasCustomPrompt="1"/>
          </p:nvPr>
        </p:nvSpPr>
        <p:spPr>
          <a:xfrm>
            <a:off x="252415" y="2609224"/>
            <a:ext cx="8673872" cy="553998"/>
          </a:xfrm>
          <a:prstGeom prst="rect">
            <a:avLst/>
          </a:prstGeom>
        </p:spPr>
        <p:txBody>
          <a:bodyPr lIns="0" tIns="0" rIns="0" bIns="0" anchor="ctr" anchorCtr="0">
            <a:noAutofit/>
          </a:bodyPr>
          <a:lstStyle>
            <a:lvl1pPr marL="0" indent="0" algn="l">
              <a:buFont typeface="Arial"/>
              <a:buNone/>
              <a:defRPr sz="3600">
                <a:solidFill>
                  <a:schemeClr val="bg1"/>
                </a:solidFill>
              </a:defRPr>
            </a:lvl1pPr>
          </a:lstStyle>
          <a:p>
            <a:r>
              <a:rPr lang="en-US" dirty="0"/>
              <a:t>Presentation Title</a:t>
            </a:r>
          </a:p>
        </p:txBody>
      </p:sp>
      <p:sp>
        <p:nvSpPr>
          <p:cNvPr id="9" name="Subtitle 2"/>
          <p:cNvSpPr>
            <a:spLocks noGrp="1"/>
          </p:cNvSpPr>
          <p:nvPr>
            <p:ph type="subTitle" idx="1" hasCustomPrompt="1"/>
          </p:nvPr>
        </p:nvSpPr>
        <p:spPr>
          <a:xfrm>
            <a:off x="252415" y="3204247"/>
            <a:ext cx="8673872" cy="215444"/>
          </a:xfrm>
          <a:prstGeom prst="rect">
            <a:avLst/>
          </a:prstGeom>
        </p:spPr>
        <p:txBody>
          <a:bodyPr lIns="0" tIns="0" rIns="0" bIns="0">
            <a:noAutofit/>
          </a:bodyPr>
          <a:lstStyle>
            <a:lvl1pPr marL="0" indent="0" algn="l">
              <a:buNone/>
              <a:defRPr sz="1400" baseline="0">
                <a:solidFill>
                  <a:schemeClr val="bg1"/>
                </a:solidFill>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dirty="0"/>
              <a:t>Click to Edit Optional Subtitle</a:t>
            </a:r>
          </a:p>
        </p:txBody>
      </p:sp>
      <p:pic>
        <p:nvPicPr>
          <p:cNvPr id="10" name="Picture 9" descr="schneider_LIO_Life-Green_RGB.png"/>
          <p:cNvPicPr>
            <a:picLocks noChangeAspect="1"/>
          </p:cNvPicPr>
          <p:nvPr userDrawn="1"/>
        </p:nvPicPr>
        <p:blipFill>
          <a:blip r:embed="rId2" cstate="print"/>
          <a:stretch>
            <a:fillRect/>
          </a:stretch>
        </p:blipFill>
        <p:spPr>
          <a:xfrm>
            <a:off x="7067034" y="4494997"/>
            <a:ext cx="2041798" cy="562953"/>
          </a:xfrm>
          <a:prstGeom prst="rect">
            <a:avLst/>
          </a:prstGeom>
        </p:spPr>
      </p:pic>
      <p:sp>
        <p:nvSpPr>
          <p:cNvPr id="14" name="Footer Placeholder 4"/>
          <p:cNvSpPr>
            <a:spLocks noGrp="1"/>
          </p:cNvSpPr>
          <p:nvPr>
            <p:ph type="ftr" sz="quarter" idx="3"/>
          </p:nvPr>
        </p:nvSpPr>
        <p:spPr>
          <a:xfrm>
            <a:off x="252415" y="4857155"/>
            <a:ext cx="1505531" cy="92333"/>
          </a:xfrm>
          <a:prstGeom prst="rect">
            <a:avLst/>
          </a:prstGeom>
        </p:spPr>
        <p:txBody>
          <a:bodyPr vert="horz" wrap="square" lIns="0" tIns="0" rIns="0" bIns="0" rtlCol="0" anchor="ctr">
            <a:spAutoFit/>
          </a:bodyPr>
          <a:lstStyle>
            <a:lvl1pPr algn="l">
              <a:defRPr sz="600">
                <a:solidFill>
                  <a:srgbClr val="4F5156"/>
                </a:solidFill>
                <a:latin typeface="Arial"/>
                <a:cs typeface="Arial"/>
              </a:defRPr>
            </a:lvl1pPr>
          </a:lstStyle>
          <a:p>
            <a:r>
              <a:rPr lang="en-US" dirty="0"/>
              <a:t>Confidential Property of Schneider Electric  </a:t>
            </a:r>
          </a:p>
        </p:txBody>
      </p:sp>
      <p:sp>
        <p:nvSpPr>
          <p:cNvPr id="21" name="Espace réservé du texte 20"/>
          <p:cNvSpPr>
            <a:spLocks noGrp="1"/>
          </p:cNvSpPr>
          <p:nvPr>
            <p:ph type="body" sz="quarter" idx="15" hasCustomPrompt="1"/>
          </p:nvPr>
        </p:nvSpPr>
        <p:spPr>
          <a:xfrm>
            <a:off x="0" y="3573629"/>
            <a:ext cx="9144000" cy="761890"/>
          </a:xfrm>
          <a:prstGeom prst="rect">
            <a:avLst/>
          </a:prstGeom>
          <a:solidFill>
            <a:schemeClr val="tx2">
              <a:alpha val="80000"/>
            </a:schemeClr>
          </a:solidFill>
        </p:spPr>
        <p:txBody>
          <a:bodyPr lIns="91437" tIns="45718" rIns="91437" bIns="45718"/>
          <a:lstStyle>
            <a:lvl1pPr marL="178299" indent="-2362">
              <a:buNone/>
              <a:defRPr sz="12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err="1"/>
              <a:t>Presented</a:t>
            </a:r>
            <a:r>
              <a:rPr lang="fr-FR" dirty="0"/>
              <a:t> by: </a:t>
            </a:r>
          </a:p>
          <a:p>
            <a:pPr lvl="0"/>
            <a:r>
              <a:rPr lang="fr-FR" dirty="0"/>
              <a:t>Date: </a:t>
            </a:r>
          </a:p>
          <a:p>
            <a:pPr lvl="0"/>
            <a:endParaRPr lang="fr-FR" dirty="0"/>
          </a:p>
          <a:p>
            <a:pPr lvl="0"/>
            <a:endParaRPr lang="fr-FR" dirty="0"/>
          </a:p>
          <a:p>
            <a:pPr lvl="0"/>
            <a:endParaRPr lang="fr-FR" dirty="0"/>
          </a:p>
          <a:p>
            <a:pPr lvl="0"/>
            <a:endParaRPr lang="fr-FR" dirty="0"/>
          </a:p>
          <a:p>
            <a:pPr lvl="0"/>
            <a:endParaRPr lang="fr-FR" dirty="0"/>
          </a:p>
        </p:txBody>
      </p:sp>
      <p:sp>
        <p:nvSpPr>
          <p:cNvPr id="13" name="Rectangle 12"/>
          <p:cNvSpPr/>
          <p:nvPr userDrawn="1"/>
        </p:nvSpPr>
        <p:spPr>
          <a:xfrm>
            <a:off x="0" y="4261502"/>
            <a:ext cx="9144000" cy="2019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Tree>
    <p:extLst>
      <p:ext uri="{BB962C8B-B14F-4D97-AF65-F5344CB8AC3E}">
        <p14:creationId xmlns:p14="http://schemas.microsoft.com/office/powerpoint/2010/main" val="3401949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Gree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1"/>
            <a:ext cx="9144000" cy="2908710"/>
          </a:xfrm>
          <a:prstGeom prst="rect">
            <a:avLst/>
          </a:prstGeom>
          <a:solidFill>
            <a:schemeClr val="tx2">
              <a:alpha val="80000"/>
            </a:schemeClr>
          </a:solidFill>
        </p:spPr>
        <p:txBody>
          <a:bodyPr lIns="252000" tIns="0" rIns="0" bIns="252000" anchor="b" anchorCtr="0"/>
          <a:lstStyle>
            <a:lvl1pPr algn="l">
              <a:defRPr sz="2400" baseline="0">
                <a:solidFill>
                  <a:srgbClr val="FFFFFF"/>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215067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w/ Image Option1">
    <p:spTree>
      <p:nvGrpSpPr>
        <p:cNvPr id="1" name=""/>
        <p:cNvGrpSpPr/>
        <p:nvPr/>
      </p:nvGrpSpPr>
      <p:grpSpPr>
        <a:xfrm>
          <a:off x="0" y="0"/>
          <a:ext cx="0" cy="0"/>
          <a:chOff x="0" y="0"/>
          <a:chExt cx="0" cy="0"/>
        </a:xfrm>
      </p:grpSpPr>
      <p:sp>
        <p:nvSpPr>
          <p:cNvPr id="11"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5"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2000" tIns="0" rIns="0" bIns="0" anchor="ctr" anchorCtr="0"/>
          <a:lstStyle>
            <a:lvl1pPr algn="l">
              <a:defRPr sz="2400" baseline="0">
                <a:solidFill>
                  <a:srgbClr val="FFFFFF"/>
                </a:solidFill>
              </a:defRPr>
            </a:lvl1pPr>
          </a:lstStyle>
          <a:p>
            <a:r>
              <a:rPr lang="en-US" dirty="0"/>
              <a:t>Click To Edit Section Title</a:t>
            </a:r>
          </a:p>
        </p:txBody>
      </p:sp>
      <p:sp>
        <p:nvSpPr>
          <p:cNvPr id="6" name="Text Placeholder 9"/>
          <p:cNvSpPr>
            <a:spLocks noGrp="1"/>
          </p:cNvSpPr>
          <p:nvPr>
            <p:ph type="body" sz="quarter" idx="11" hasCustomPrompt="1"/>
          </p:nvPr>
        </p:nvSpPr>
        <p:spPr>
          <a:xfrm>
            <a:off x="0" y="2900386"/>
            <a:ext cx="9144000" cy="373063"/>
          </a:xfrm>
          <a:prstGeom prst="rect">
            <a:avLst/>
          </a:prstGeom>
          <a:solidFill>
            <a:schemeClr val="tx2"/>
          </a:solidFill>
        </p:spPr>
        <p:txBody>
          <a:bodyPr lIns="252000"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69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Section Title">
    <p:spTree>
      <p:nvGrpSpPr>
        <p:cNvPr id="1" name=""/>
        <p:cNvGrpSpPr/>
        <p:nvPr/>
      </p:nvGrpSpPr>
      <p:grpSpPr>
        <a:xfrm>
          <a:off x="0" y="0"/>
          <a:ext cx="0" cy="0"/>
          <a:chOff x="0" y="0"/>
          <a:chExt cx="0" cy="0"/>
        </a:xfrm>
      </p:grpSpPr>
      <p:sp>
        <p:nvSpPr>
          <p:cNvPr id="14" name="Picture Placeholder 5"/>
          <p:cNvSpPr>
            <a:spLocks noGrp="1"/>
          </p:cNvSpPr>
          <p:nvPr>
            <p:ph type="pic" sz="quarter" idx="10" hasCustomPrompt="1"/>
          </p:nvPr>
        </p:nvSpPr>
        <p:spPr>
          <a:xfrm>
            <a:off x="0" y="0"/>
            <a:ext cx="9144000" cy="1981308"/>
          </a:xfrm>
          <a:prstGeom prst="rect">
            <a:avLst/>
          </a:prstGeom>
          <a:solidFill>
            <a:srgbClr val="8E8F93">
              <a:alpha val="20000"/>
            </a:srgbClr>
          </a:solidFill>
        </p:spPr>
        <p:txBody>
          <a:bodyPr/>
          <a:lstStyle>
            <a:lvl1pPr marL="0" indent="0">
              <a:buNone/>
              <a:defRPr sz="1050">
                <a:solidFill>
                  <a:schemeClr val="accent2">
                    <a:lumMod val="60000"/>
                    <a:lumOff val="40000"/>
                  </a:schemeClr>
                </a:solidFill>
              </a:defRPr>
            </a:lvl1pPr>
          </a:lstStyle>
          <a:p>
            <a:r>
              <a:rPr lang="en-US" dirty="0"/>
              <a:t>Drag Your Image Here</a:t>
            </a:r>
          </a:p>
        </p:txBody>
      </p:sp>
      <p:sp>
        <p:nvSpPr>
          <p:cNvPr id="3" name="Title 1"/>
          <p:cNvSpPr>
            <a:spLocks noGrp="1"/>
          </p:cNvSpPr>
          <p:nvPr>
            <p:ph type="title" hasCustomPrompt="1"/>
          </p:nvPr>
        </p:nvSpPr>
        <p:spPr>
          <a:xfrm>
            <a:off x="0" y="1981308"/>
            <a:ext cx="9144000" cy="3162191"/>
          </a:xfrm>
          <a:prstGeom prst="rect">
            <a:avLst/>
          </a:prstGeom>
          <a:solidFill>
            <a:schemeClr val="tx2"/>
          </a:solidFill>
        </p:spPr>
        <p:txBody>
          <a:bodyPr lIns="252000" tIns="252000" rIns="252000" bIns="252000" anchor="t" anchorCtr="0"/>
          <a:lstStyle>
            <a:lvl1pPr algn="l">
              <a:defRPr sz="2400" baseline="0">
                <a:solidFill>
                  <a:srgbClr val="FFFFFF"/>
                </a:solidFill>
              </a:defRPr>
            </a:lvl1pPr>
          </a:lstStyle>
          <a:p>
            <a:r>
              <a:rPr lang="en-US" dirty="0"/>
              <a:t>Click To Edit Section Title</a:t>
            </a:r>
          </a:p>
        </p:txBody>
      </p:sp>
      <p:sp>
        <p:nvSpPr>
          <p:cNvPr id="4" name="Text Placeholder 9"/>
          <p:cNvSpPr>
            <a:spLocks noGrp="1"/>
          </p:cNvSpPr>
          <p:nvPr>
            <p:ph type="body" sz="quarter" idx="11" hasCustomPrompt="1"/>
          </p:nvPr>
        </p:nvSpPr>
        <p:spPr>
          <a:xfrm>
            <a:off x="0" y="1608245"/>
            <a:ext cx="9144000" cy="373063"/>
          </a:xfrm>
          <a:prstGeom prst="rect">
            <a:avLst/>
          </a:prstGeom>
          <a:solidFill>
            <a:schemeClr val="tx2">
              <a:alpha val="80000"/>
            </a:schemeClr>
          </a:solidFill>
        </p:spPr>
        <p:txBody>
          <a:bodyPr lIns="252000" tIns="0" rIns="252000" bIns="0" anchor="ctr" anchorCtr="0"/>
          <a:lstStyle>
            <a:lvl1pPr marL="0" indent="0">
              <a:buNone/>
              <a:defRPr sz="1200" baseline="0">
                <a:solidFill>
                  <a:schemeClr val="bg1"/>
                </a:solidFill>
              </a:defRPr>
            </a:lvl1pPr>
          </a:lstStyle>
          <a:p>
            <a:pPr lvl="0"/>
            <a:r>
              <a:rPr lang="en-US" dirty="0"/>
              <a:t>Click To Edit Optional Subtitle</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94583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w/ Green_Image  ">
    <p:spTree>
      <p:nvGrpSpPr>
        <p:cNvPr id="1" name=""/>
        <p:cNvGrpSpPr/>
        <p:nvPr/>
      </p:nvGrpSpPr>
      <p:grpSpPr>
        <a:xfrm>
          <a:off x="0" y="0"/>
          <a:ext cx="0" cy="0"/>
          <a:chOff x="0" y="0"/>
          <a:chExt cx="0" cy="0"/>
        </a:xfrm>
      </p:grpSpPr>
      <p:sp>
        <p:nvSpPr>
          <p:cNvPr id="14" name="Content Placeholder 12"/>
          <p:cNvSpPr>
            <a:spLocks noGrp="1"/>
          </p:cNvSpPr>
          <p:nvPr>
            <p:ph sz="quarter" idx="12" hasCustomPrompt="1"/>
          </p:nvPr>
        </p:nvSpPr>
        <p:spPr>
          <a:xfrm>
            <a:off x="4565650" y="-2"/>
            <a:ext cx="4578351"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2">
                    <a:lumMod val="60000"/>
                    <a:lumOff val="40000"/>
                  </a:schemeClr>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8943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Rectangle 14"/>
          <p:cNvSpPr/>
          <p:nvPr userDrawn="1"/>
        </p:nvSpPr>
        <p:spPr>
          <a:xfrm rot="5400000">
            <a:off x="-310762" y="267086"/>
            <a:ext cx="5143498" cy="460932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Content Placeholder 12"/>
          <p:cNvSpPr>
            <a:spLocks noGrp="1"/>
          </p:cNvSpPr>
          <p:nvPr>
            <p:ph sz="quarter" idx="11" hasCustomPrompt="1"/>
          </p:nvPr>
        </p:nvSpPr>
        <p:spPr>
          <a:xfrm>
            <a:off x="-31899" y="-2"/>
            <a:ext cx="4881491" cy="5143502"/>
          </a:xfrm>
          <a:prstGeom prst="rect">
            <a:avLst/>
          </a:prstGeom>
          <a:solidFill>
            <a:schemeClr val="tx2">
              <a:alpha val="80000"/>
            </a:schemeClr>
          </a:solidFill>
        </p:spPr>
        <p:txBody>
          <a:bodyPr vert="horz" lIns="252000" tIns="252000" rIns="252000" bIns="252000"/>
          <a:lstStyle>
            <a:lvl1pPr marL="0" indent="0">
              <a:buNone/>
              <a:defRPr sz="2400" baseline="0">
                <a:solidFill>
                  <a:schemeClr val="bg1"/>
                </a:solidFill>
              </a:defRPr>
            </a:lvl1pPr>
            <a:lvl2pPr marL="442913" indent="-265113">
              <a:buFont typeface="Arial"/>
              <a:buChar char="•"/>
              <a:defRPr sz="2000">
                <a:solidFill>
                  <a:schemeClr val="bg1"/>
                </a:solidFill>
              </a:defRPr>
            </a:lvl2pPr>
            <a:lvl3pPr marL="708025" indent="-228600">
              <a:buFont typeface="Lucida Grande"/>
              <a:buChar char="–"/>
              <a:defRPr sz="1800">
                <a:solidFill>
                  <a:schemeClr val="bg1"/>
                </a:solidFill>
              </a:defRPr>
            </a:lvl3pPr>
            <a:lvl4pPr marL="976313" indent="-228600">
              <a:buFont typeface="Lucida Grande"/>
              <a:buChar char="–"/>
              <a:defRPr sz="1600">
                <a:solidFill>
                  <a:schemeClr val="bg1"/>
                </a:solidFill>
              </a:defRPr>
            </a:lvl4pPr>
            <a:lvl5pPr marL="1258888" indent="-231775" defTabSz="314325">
              <a:buFont typeface="Lucida Grande"/>
              <a:buChar char="–"/>
              <a:defRPr sz="1600">
                <a:solidFill>
                  <a:schemeClr val="bg1"/>
                </a:solidFill>
              </a:defRPr>
            </a:lvl5pPr>
          </a:lstStyle>
          <a:p>
            <a:pPr lvl="0"/>
            <a:r>
              <a:rPr lang="en-US" dirty="0"/>
              <a:t>Agenda (edit text)</a:t>
            </a:r>
          </a:p>
        </p:txBody>
      </p:sp>
      <p:sp>
        <p:nvSpPr>
          <p:cNvPr id="6"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8"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9" name="Picture 8"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10" name="Rechteck 7"/>
          <p:cNvSpPr/>
          <p:nvPr userDrawn="1"/>
        </p:nvSpPr>
        <p:spPr>
          <a:xfrm>
            <a:off x="5032059" y="274283"/>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chemeClr val="accent1"/>
              </a:solidFill>
              <a:latin typeface="+mn-lt"/>
              <a:ea typeface="Arial Unicode MS" pitchFamily="34" charset="-128"/>
              <a:cs typeface="Arial" pitchFamily="34" charset="0"/>
            </a:endParaRPr>
          </a:p>
        </p:txBody>
      </p:sp>
      <p:sp>
        <p:nvSpPr>
          <p:cNvPr id="11" name="Rechteck 8"/>
          <p:cNvSpPr/>
          <p:nvPr userDrawn="1"/>
        </p:nvSpPr>
        <p:spPr>
          <a:xfrm>
            <a:off x="5616268" y="274288"/>
            <a:ext cx="32004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endParaRPr lang="en-US" sz="1300" b="1" dirty="0">
              <a:solidFill>
                <a:schemeClr val="accent1"/>
              </a:solidFill>
              <a:latin typeface="+mn-lt"/>
              <a:cs typeface="Arial" pitchFamily="34" charset="0"/>
            </a:endParaRPr>
          </a:p>
        </p:txBody>
      </p:sp>
      <p:sp>
        <p:nvSpPr>
          <p:cNvPr id="12" name="Rechteck 10"/>
          <p:cNvSpPr/>
          <p:nvPr userDrawn="1"/>
        </p:nvSpPr>
        <p:spPr>
          <a:xfrm>
            <a:off x="5028791" y="7858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13" name="Rechteck 11"/>
          <p:cNvSpPr/>
          <p:nvPr userDrawn="1"/>
        </p:nvSpPr>
        <p:spPr>
          <a:xfrm>
            <a:off x="5624172" y="7868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31" name="Rechteck 10"/>
          <p:cNvSpPr/>
          <p:nvPr userDrawn="1"/>
        </p:nvSpPr>
        <p:spPr>
          <a:xfrm>
            <a:off x="5028791" y="13001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32" name="Rechteck 11"/>
          <p:cNvSpPr/>
          <p:nvPr userDrawn="1"/>
        </p:nvSpPr>
        <p:spPr>
          <a:xfrm>
            <a:off x="5624172" y="13011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5" name="Rechteck 10"/>
          <p:cNvSpPr/>
          <p:nvPr userDrawn="1"/>
        </p:nvSpPr>
        <p:spPr>
          <a:xfrm>
            <a:off x="5028791" y="181454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6" name="Rechteck 11"/>
          <p:cNvSpPr/>
          <p:nvPr userDrawn="1"/>
        </p:nvSpPr>
        <p:spPr>
          <a:xfrm>
            <a:off x="5624172" y="181553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7" name="Rechteck 10"/>
          <p:cNvSpPr/>
          <p:nvPr userDrawn="1"/>
        </p:nvSpPr>
        <p:spPr>
          <a:xfrm>
            <a:off x="5028791" y="23288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48" name="Rechteck 11"/>
          <p:cNvSpPr/>
          <p:nvPr userDrawn="1"/>
        </p:nvSpPr>
        <p:spPr>
          <a:xfrm>
            <a:off x="5624172" y="23298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49" name="Rechteck 10"/>
          <p:cNvSpPr/>
          <p:nvPr userDrawn="1"/>
        </p:nvSpPr>
        <p:spPr>
          <a:xfrm>
            <a:off x="5028791" y="28622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0" name="Rechteck 11"/>
          <p:cNvSpPr/>
          <p:nvPr userDrawn="1"/>
        </p:nvSpPr>
        <p:spPr>
          <a:xfrm>
            <a:off x="5624172" y="28632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1" name="Rechteck 10"/>
          <p:cNvSpPr/>
          <p:nvPr userDrawn="1"/>
        </p:nvSpPr>
        <p:spPr>
          <a:xfrm>
            <a:off x="5028791" y="3395695"/>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2" name="Rechteck 11"/>
          <p:cNvSpPr/>
          <p:nvPr userDrawn="1"/>
        </p:nvSpPr>
        <p:spPr>
          <a:xfrm>
            <a:off x="5624172" y="3396686"/>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55" name="Rechteck 10"/>
          <p:cNvSpPr/>
          <p:nvPr userDrawn="1"/>
        </p:nvSpPr>
        <p:spPr>
          <a:xfrm>
            <a:off x="5028791" y="3919570"/>
            <a:ext cx="457200" cy="4572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normAutofit/>
          </a:bodyPr>
          <a:lstStyle/>
          <a:p>
            <a:pPr algn="ctr"/>
            <a:endParaRPr lang="en-US" sz="1300" b="1" dirty="0">
              <a:solidFill>
                <a:srgbClr val="626469"/>
              </a:solidFill>
              <a:latin typeface="+mn-lt"/>
              <a:ea typeface="Arial Unicode MS" pitchFamily="34" charset="-128"/>
              <a:cs typeface="Arial" pitchFamily="34" charset="0"/>
            </a:endParaRPr>
          </a:p>
        </p:txBody>
      </p:sp>
      <p:sp>
        <p:nvSpPr>
          <p:cNvPr id="56" name="Rechteck 11"/>
          <p:cNvSpPr/>
          <p:nvPr userDrawn="1"/>
        </p:nvSpPr>
        <p:spPr>
          <a:xfrm>
            <a:off x="5624172" y="3920561"/>
            <a:ext cx="3200400" cy="4572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200" tIns="46101" rIns="92200" bIns="46101" rtlCol="0" anchor="ctr"/>
          <a:lstStyle/>
          <a:p>
            <a:pPr>
              <a:tabLst>
                <a:tab pos="358510" algn="l"/>
              </a:tabLst>
            </a:pPr>
            <a:endParaRPr lang="en-US" sz="1300" b="1" dirty="0">
              <a:solidFill>
                <a:schemeClr val="accent1"/>
              </a:solidFill>
              <a:latin typeface="+mn-lt"/>
              <a:cs typeface="Arial" pitchFamily="34" charset="0"/>
            </a:endParaRPr>
          </a:p>
        </p:txBody>
      </p:sp>
      <p:sp>
        <p:nvSpPr>
          <p:cNvPr id="24" name="Text Placeholder 4"/>
          <p:cNvSpPr>
            <a:spLocks noGrp="1"/>
          </p:cNvSpPr>
          <p:nvPr userDrawn="1">
            <p:ph type="body" sz="quarter" idx="13" hasCustomPrompt="1"/>
          </p:nvPr>
        </p:nvSpPr>
        <p:spPr>
          <a:xfrm>
            <a:off x="5004100" y="382137"/>
            <a:ext cx="509596" cy="210641"/>
          </a:xfrm>
          <a:prstGeom prst="rect">
            <a:avLst/>
          </a:prstGeom>
        </p:spPr>
        <p:txBody>
          <a:bodyPr anchor="ctr"/>
          <a:lstStyle>
            <a:lvl1pPr algn="ctr">
              <a:buNone/>
              <a:defRPr sz="1300" b="1">
                <a:solidFill>
                  <a:schemeClr val="accent1"/>
                </a:solidFill>
              </a:defRPr>
            </a:lvl1pPr>
          </a:lstStyle>
          <a:p>
            <a:r>
              <a:rPr lang="en-US" dirty="0"/>
              <a:t>1</a:t>
            </a:r>
          </a:p>
        </p:txBody>
      </p:sp>
      <p:sp>
        <p:nvSpPr>
          <p:cNvPr id="23" name="Text Placeholder 4"/>
          <p:cNvSpPr>
            <a:spLocks noGrp="1"/>
          </p:cNvSpPr>
          <p:nvPr userDrawn="1">
            <p:ph type="body" sz="quarter" idx="12" hasCustomPrompt="1"/>
          </p:nvPr>
        </p:nvSpPr>
        <p:spPr>
          <a:xfrm>
            <a:off x="5629632" y="3957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6" name="Text Placeholder 4"/>
          <p:cNvSpPr>
            <a:spLocks noGrp="1"/>
          </p:cNvSpPr>
          <p:nvPr userDrawn="1">
            <p:ph type="body" sz="quarter" idx="15" hasCustomPrompt="1"/>
          </p:nvPr>
        </p:nvSpPr>
        <p:spPr>
          <a:xfrm>
            <a:off x="5006372" y="875737"/>
            <a:ext cx="509596" cy="210641"/>
          </a:xfrm>
          <a:prstGeom prst="rect">
            <a:avLst/>
          </a:prstGeom>
        </p:spPr>
        <p:txBody>
          <a:bodyPr anchor="ctr"/>
          <a:lstStyle>
            <a:lvl1pPr algn="ctr">
              <a:buNone/>
              <a:defRPr sz="1300" b="1">
                <a:solidFill>
                  <a:schemeClr val="accent1"/>
                </a:solidFill>
              </a:defRPr>
            </a:lvl1pPr>
          </a:lstStyle>
          <a:p>
            <a:r>
              <a:rPr lang="en-US" dirty="0"/>
              <a:t>2</a:t>
            </a:r>
          </a:p>
        </p:txBody>
      </p:sp>
      <p:sp>
        <p:nvSpPr>
          <p:cNvPr id="25" name="Text Placeholder 4"/>
          <p:cNvSpPr>
            <a:spLocks noGrp="1"/>
          </p:cNvSpPr>
          <p:nvPr userDrawn="1">
            <p:ph type="body" sz="quarter" idx="14" hasCustomPrompt="1"/>
          </p:nvPr>
        </p:nvSpPr>
        <p:spPr>
          <a:xfrm>
            <a:off x="5631904" y="88938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7" name="Text Placeholder 4"/>
          <p:cNvSpPr>
            <a:spLocks noGrp="1"/>
          </p:cNvSpPr>
          <p:nvPr userDrawn="1">
            <p:ph type="body" sz="quarter" idx="16" hasCustomPrompt="1"/>
          </p:nvPr>
        </p:nvSpPr>
        <p:spPr>
          <a:xfrm>
            <a:off x="4994996" y="1410281"/>
            <a:ext cx="509596" cy="210641"/>
          </a:xfrm>
          <a:prstGeom prst="rect">
            <a:avLst/>
          </a:prstGeom>
        </p:spPr>
        <p:txBody>
          <a:bodyPr anchor="ctr"/>
          <a:lstStyle>
            <a:lvl1pPr algn="ctr">
              <a:buNone/>
              <a:defRPr sz="1300" b="1">
                <a:solidFill>
                  <a:schemeClr val="accent1"/>
                </a:solidFill>
              </a:defRPr>
            </a:lvl1pPr>
          </a:lstStyle>
          <a:p>
            <a:r>
              <a:rPr lang="en-US" dirty="0"/>
              <a:t>3</a:t>
            </a:r>
          </a:p>
        </p:txBody>
      </p:sp>
      <p:sp>
        <p:nvSpPr>
          <p:cNvPr id="28" name="Text Placeholder 4"/>
          <p:cNvSpPr>
            <a:spLocks noGrp="1"/>
          </p:cNvSpPr>
          <p:nvPr userDrawn="1">
            <p:ph type="body" sz="quarter" idx="17" hasCustomPrompt="1"/>
          </p:nvPr>
        </p:nvSpPr>
        <p:spPr>
          <a:xfrm>
            <a:off x="5620528" y="1423929"/>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29" name="Text Placeholder 4"/>
          <p:cNvSpPr>
            <a:spLocks noGrp="1"/>
          </p:cNvSpPr>
          <p:nvPr userDrawn="1">
            <p:ph type="body" sz="quarter" idx="18" hasCustomPrompt="1"/>
          </p:nvPr>
        </p:nvSpPr>
        <p:spPr>
          <a:xfrm>
            <a:off x="4992724" y="1926633"/>
            <a:ext cx="509596" cy="210641"/>
          </a:xfrm>
          <a:prstGeom prst="rect">
            <a:avLst/>
          </a:prstGeom>
        </p:spPr>
        <p:txBody>
          <a:bodyPr anchor="ctr"/>
          <a:lstStyle>
            <a:lvl1pPr algn="ctr">
              <a:buNone/>
              <a:defRPr sz="1300" b="1">
                <a:solidFill>
                  <a:schemeClr val="accent1"/>
                </a:solidFill>
              </a:defRPr>
            </a:lvl1pPr>
          </a:lstStyle>
          <a:p>
            <a:r>
              <a:rPr lang="en-US" dirty="0"/>
              <a:t>4</a:t>
            </a:r>
          </a:p>
        </p:txBody>
      </p:sp>
      <p:sp>
        <p:nvSpPr>
          <p:cNvPr id="30" name="Text Placeholder 4"/>
          <p:cNvSpPr>
            <a:spLocks noGrp="1"/>
          </p:cNvSpPr>
          <p:nvPr userDrawn="1">
            <p:ph type="body" sz="quarter" idx="19" hasCustomPrompt="1"/>
          </p:nvPr>
        </p:nvSpPr>
        <p:spPr>
          <a:xfrm>
            <a:off x="5618256" y="19402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3" name="Text Placeholder 4"/>
          <p:cNvSpPr>
            <a:spLocks noGrp="1"/>
          </p:cNvSpPr>
          <p:nvPr userDrawn="1">
            <p:ph type="body" sz="quarter" idx="20" hasCustomPrompt="1"/>
          </p:nvPr>
        </p:nvSpPr>
        <p:spPr>
          <a:xfrm>
            <a:off x="4994996" y="2420233"/>
            <a:ext cx="509596" cy="210641"/>
          </a:xfrm>
          <a:prstGeom prst="rect">
            <a:avLst/>
          </a:prstGeom>
        </p:spPr>
        <p:txBody>
          <a:bodyPr anchor="ctr"/>
          <a:lstStyle>
            <a:lvl1pPr algn="ctr">
              <a:buNone/>
              <a:defRPr sz="1300" b="1">
                <a:solidFill>
                  <a:schemeClr val="accent1"/>
                </a:solidFill>
              </a:defRPr>
            </a:lvl1pPr>
          </a:lstStyle>
          <a:p>
            <a:r>
              <a:rPr lang="en-US" dirty="0"/>
              <a:t>5</a:t>
            </a:r>
          </a:p>
        </p:txBody>
      </p:sp>
      <p:sp>
        <p:nvSpPr>
          <p:cNvPr id="34" name="Text Placeholder 4"/>
          <p:cNvSpPr>
            <a:spLocks noGrp="1"/>
          </p:cNvSpPr>
          <p:nvPr userDrawn="1">
            <p:ph type="body" sz="quarter" idx="21" hasCustomPrompt="1"/>
          </p:nvPr>
        </p:nvSpPr>
        <p:spPr>
          <a:xfrm>
            <a:off x="5620528" y="2433881"/>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5" name="Text Placeholder 4"/>
          <p:cNvSpPr>
            <a:spLocks noGrp="1"/>
          </p:cNvSpPr>
          <p:nvPr userDrawn="1">
            <p:ph type="body" sz="quarter" idx="22" hasCustomPrompt="1"/>
          </p:nvPr>
        </p:nvSpPr>
        <p:spPr>
          <a:xfrm>
            <a:off x="4997268" y="2954777"/>
            <a:ext cx="509596" cy="210641"/>
          </a:xfrm>
          <a:prstGeom prst="rect">
            <a:avLst/>
          </a:prstGeom>
        </p:spPr>
        <p:txBody>
          <a:bodyPr anchor="ctr"/>
          <a:lstStyle>
            <a:lvl1pPr algn="ctr">
              <a:buNone/>
              <a:defRPr sz="1300" b="1">
                <a:solidFill>
                  <a:schemeClr val="accent1"/>
                </a:solidFill>
              </a:defRPr>
            </a:lvl1pPr>
          </a:lstStyle>
          <a:p>
            <a:r>
              <a:rPr lang="en-US" dirty="0"/>
              <a:t>6</a:t>
            </a:r>
          </a:p>
        </p:txBody>
      </p:sp>
      <p:sp>
        <p:nvSpPr>
          <p:cNvPr id="36" name="Text Placeholder 4"/>
          <p:cNvSpPr>
            <a:spLocks noGrp="1"/>
          </p:cNvSpPr>
          <p:nvPr userDrawn="1">
            <p:ph type="body" sz="quarter" idx="23" hasCustomPrompt="1"/>
          </p:nvPr>
        </p:nvSpPr>
        <p:spPr>
          <a:xfrm>
            <a:off x="5609152" y="2968425"/>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7" name="Text Placeholder 4"/>
          <p:cNvSpPr>
            <a:spLocks noGrp="1"/>
          </p:cNvSpPr>
          <p:nvPr userDrawn="1">
            <p:ph type="body" sz="quarter" idx="24" hasCustomPrompt="1"/>
          </p:nvPr>
        </p:nvSpPr>
        <p:spPr>
          <a:xfrm>
            <a:off x="4983620" y="3487049"/>
            <a:ext cx="509596" cy="210641"/>
          </a:xfrm>
          <a:prstGeom prst="rect">
            <a:avLst/>
          </a:prstGeom>
        </p:spPr>
        <p:txBody>
          <a:bodyPr anchor="ctr"/>
          <a:lstStyle>
            <a:lvl1pPr algn="ctr">
              <a:buNone/>
              <a:defRPr sz="1300" b="1">
                <a:solidFill>
                  <a:schemeClr val="accent1"/>
                </a:solidFill>
              </a:defRPr>
            </a:lvl1pPr>
          </a:lstStyle>
          <a:p>
            <a:r>
              <a:rPr lang="en-US" dirty="0"/>
              <a:t>7</a:t>
            </a:r>
          </a:p>
        </p:txBody>
      </p:sp>
      <p:sp>
        <p:nvSpPr>
          <p:cNvPr id="38" name="Text Placeholder 4"/>
          <p:cNvSpPr>
            <a:spLocks noGrp="1"/>
          </p:cNvSpPr>
          <p:nvPr userDrawn="1">
            <p:ph type="body" sz="quarter" idx="25" hasCustomPrompt="1"/>
          </p:nvPr>
        </p:nvSpPr>
        <p:spPr>
          <a:xfrm>
            <a:off x="5622800" y="3500697"/>
            <a:ext cx="3145878" cy="208365"/>
          </a:xfrm>
          <a:prstGeom prst="rect">
            <a:avLst/>
          </a:prstGeom>
        </p:spPr>
        <p:txBody>
          <a:bodyPr anchor="ctr"/>
          <a:lstStyle>
            <a:lvl1pPr>
              <a:buNone/>
              <a:defRPr sz="1300" b="1">
                <a:solidFill>
                  <a:schemeClr val="accent1"/>
                </a:solidFill>
              </a:defRPr>
            </a:lvl1pPr>
          </a:lstStyle>
          <a:p>
            <a:r>
              <a:rPr lang="en-US" dirty="0"/>
              <a:t>Edit text</a:t>
            </a:r>
          </a:p>
        </p:txBody>
      </p:sp>
      <p:sp>
        <p:nvSpPr>
          <p:cNvPr id="39" name="Text Placeholder 4"/>
          <p:cNvSpPr>
            <a:spLocks noGrp="1"/>
          </p:cNvSpPr>
          <p:nvPr userDrawn="1">
            <p:ph type="body" sz="quarter" idx="26" hasCustomPrompt="1"/>
          </p:nvPr>
        </p:nvSpPr>
        <p:spPr>
          <a:xfrm>
            <a:off x="4985892" y="4021593"/>
            <a:ext cx="509596" cy="210641"/>
          </a:xfrm>
          <a:prstGeom prst="rect">
            <a:avLst/>
          </a:prstGeom>
        </p:spPr>
        <p:txBody>
          <a:bodyPr anchor="ctr"/>
          <a:lstStyle>
            <a:lvl1pPr algn="ctr">
              <a:buNone/>
              <a:defRPr sz="1300" b="1">
                <a:solidFill>
                  <a:schemeClr val="accent1"/>
                </a:solidFill>
              </a:defRPr>
            </a:lvl1pPr>
          </a:lstStyle>
          <a:p>
            <a:r>
              <a:rPr lang="en-US" dirty="0"/>
              <a:t>8</a:t>
            </a:r>
          </a:p>
        </p:txBody>
      </p:sp>
      <p:sp>
        <p:nvSpPr>
          <p:cNvPr id="40" name="Text Placeholder 4"/>
          <p:cNvSpPr>
            <a:spLocks noGrp="1"/>
          </p:cNvSpPr>
          <p:nvPr userDrawn="1">
            <p:ph type="body" sz="quarter" idx="27" hasCustomPrompt="1"/>
          </p:nvPr>
        </p:nvSpPr>
        <p:spPr>
          <a:xfrm>
            <a:off x="5611424" y="4035241"/>
            <a:ext cx="3145878" cy="208365"/>
          </a:xfrm>
          <a:prstGeom prst="rect">
            <a:avLst/>
          </a:prstGeom>
        </p:spPr>
        <p:txBody>
          <a:bodyPr anchor="ctr"/>
          <a:lstStyle>
            <a:lvl1pPr>
              <a:buNone/>
              <a:defRPr sz="1300" b="1">
                <a:solidFill>
                  <a:schemeClr val="accent1"/>
                </a:solidFill>
              </a:defRPr>
            </a:lvl1pPr>
          </a:lstStyle>
          <a:p>
            <a:r>
              <a:rPr lang="en-US" dirty="0"/>
              <a:t>Edit text</a:t>
            </a:r>
          </a:p>
        </p:txBody>
      </p:sp>
    </p:spTree>
    <p:extLst>
      <p:ext uri="{BB962C8B-B14F-4D97-AF65-F5344CB8AC3E}">
        <p14:creationId xmlns:p14="http://schemas.microsoft.com/office/powerpoint/2010/main" val="198943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w/ Image ">
    <p:spTree>
      <p:nvGrpSpPr>
        <p:cNvPr id="1" name=""/>
        <p:cNvGrpSpPr/>
        <p:nvPr/>
      </p:nvGrpSpPr>
      <p:grpSpPr>
        <a:xfrm>
          <a:off x="0" y="0"/>
          <a:ext cx="0" cy="0"/>
          <a:chOff x="0" y="0"/>
          <a:chExt cx="0" cy="0"/>
        </a:xfrm>
      </p:grpSpPr>
      <p:sp>
        <p:nvSpPr>
          <p:cNvPr id="20" name="Content Placeholder 12"/>
          <p:cNvSpPr>
            <a:spLocks noGrp="1"/>
          </p:cNvSpPr>
          <p:nvPr>
            <p:ph sz="quarter" idx="12" hasCustomPrompt="1"/>
          </p:nvPr>
        </p:nvSpPr>
        <p:spPr>
          <a:xfrm>
            <a:off x="4613273" y="0"/>
            <a:ext cx="4530727" cy="5143499"/>
          </a:xfrm>
          <a:prstGeom prst="rect">
            <a:avLst/>
          </a:prstGeom>
          <a:solidFill>
            <a:schemeClr val="accent2">
              <a:alpha val="20000"/>
            </a:schemeClr>
          </a:solidFill>
        </p:spPr>
        <p:txBody>
          <a:bodyPr vert="horz" lIns="252000" tIns="252000" rIns="252000" bIns="252000"/>
          <a:lstStyle>
            <a:lvl1pPr marL="0" indent="0">
              <a:buNone/>
              <a:defRPr sz="1050">
                <a:solidFill>
                  <a:schemeClr val="accent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dirty="0"/>
              <a:t>Insert Your Content Here</a:t>
            </a:r>
          </a:p>
        </p:txBody>
      </p:sp>
      <p:sp>
        <p:nvSpPr>
          <p:cNvPr id="3" name="Content Placeholder 12"/>
          <p:cNvSpPr>
            <a:spLocks noGrp="1"/>
          </p:cNvSpPr>
          <p:nvPr>
            <p:ph sz="quarter" idx="11"/>
          </p:nvPr>
        </p:nvSpPr>
        <p:spPr>
          <a:xfrm>
            <a:off x="252413" y="982952"/>
            <a:ext cx="3749962" cy="3418927"/>
          </a:xfrm>
          <a:prstGeom prst="rect">
            <a:avLst/>
          </a:prstGeom>
          <a:noFill/>
        </p:spPr>
        <p:txBody>
          <a:bodyPr vert="horz" wrap="square" lIns="0" tIns="0" rIns="0" bIns="0">
            <a:noAutofit/>
          </a:bodyPr>
          <a:lstStyle>
            <a:lvl1pPr marL="236538" indent="-236538">
              <a:buClr>
                <a:schemeClr val="tx2"/>
              </a:buClr>
              <a:buFont typeface="Arial" panose="020B0604020202020204" pitchFamily="34" charset="0"/>
              <a:buNone/>
              <a:defRPr sz="1800">
                <a:solidFill>
                  <a:schemeClr val="accent1"/>
                </a:solidFill>
              </a:defRPr>
            </a:lvl1pPr>
            <a:lvl2pPr marL="457200" indent="-220663">
              <a:buClr>
                <a:schemeClr val="tx2"/>
              </a:buClr>
              <a:buFont typeface="Arial" panose="020B0604020202020204" pitchFamily="34" charset="0"/>
              <a:buChar char="•"/>
              <a:defRPr sz="1600">
                <a:solidFill>
                  <a:schemeClr val="accent1"/>
                </a:solidFill>
              </a:defRPr>
            </a:lvl2pPr>
            <a:lvl3pPr marL="630238" indent="-173038">
              <a:buClr>
                <a:schemeClr val="tx2"/>
              </a:buClr>
              <a:buFont typeface="Arial" panose="020B0604020202020204" pitchFamily="34" charset="0"/>
              <a:buChar char="•"/>
              <a:defRPr sz="1400">
                <a:solidFill>
                  <a:schemeClr val="accent1"/>
                </a:solidFill>
              </a:defRPr>
            </a:lvl3pPr>
            <a:lvl4pPr marL="803275" indent="-173038">
              <a:buClr>
                <a:schemeClr val="tx2"/>
              </a:buClr>
              <a:buFont typeface="Arial" panose="020B0604020202020204" pitchFamily="34" charset="0"/>
              <a:buChar char="•"/>
              <a:defRPr sz="1400">
                <a:solidFill>
                  <a:schemeClr val="accent1"/>
                </a:solidFill>
              </a:defRPr>
            </a:lvl4pPr>
            <a:lvl5pPr marL="977900" indent="-174625" defTabSz="314325">
              <a:buClr>
                <a:schemeClr val="tx2"/>
              </a:buClr>
              <a:buFont typeface="Arial" panose="020B0604020202020204" pitchFamily="34" charset="0"/>
              <a:buChar char="•"/>
              <a:defRPr sz="14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1"/>
          <p:cNvSpPr>
            <a:spLocks noGrp="1"/>
          </p:cNvSpPr>
          <p:nvPr>
            <p:ph type="title" hasCustomPrompt="1"/>
          </p:nvPr>
        </p:nvSpPr>
        <p:spPr>
          <a:xfrm>
            <a:off x="252413" y="348333"/>
            <a:ext cx="3749962" cy="369332"/>
          </a:xfrm>
          <a:prstGeom prst="rect">
            <a:avLst/>
          </a:prstGeom>
        </p:spPr>
        <p:txBody>
          <a:bodyPr wrap="square" lIns="0" tIns="0" rIns="0" bIns="0" anchor="ctr" anchorCtr="0">
            <a:spAutoFit/>
          </a:bodyPr>
          <a:lstStyle>
            <a:lvl1pPr algn="l">
              <a:defRPr sz="2400" baseline="0">
                <a:solidFill>
                  <a:schemeClr val="tx2"/>
                </a:solidFill>
              </a:defRPr>
            </a:lvl1pPr>
          </a:lstStyle>
          <a:p>
            <a:r>
              <a:rPr lang="en-US" dirty="0"/>
              <a:t>Click To Edit Section Title</a:t>
            </a:r>
          </a:p>
        </p:txBody>
      </p:sp>
      <p:sp>
        <p:nvSpPr>
          <p:cNvPr id="23" name="Rectangle 22"/>
          <p:cNvSpPr/>
          <p:nvPr userDrawn="1"/>
        </p:nvSpPr>
        <p:spPr>
          <a:xfrm rot="5400000">
            <a:off x="1854991" y="2385218"/>
            <a:ext cx="5143498" cy="3730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quarter" idx="14" hasCustomPrompt="1"/>
          </p:nvPr>
        </p:nvSpPr>
        <p:spPr>
          <a:xfrm>
            <a:off x="4240208" y="0"/>
            <a:ext cx="746127" cy="5143500"/>
          </a:xfrm>
          <a:prstGeom prst="rect">
            <a:avLst/>
          </a:prstGeom>
          <a:solidFill>
            <a:schemeClr val="tx2">
              <a:alpha val="80000"/>
            </a:schemeClr>
          </a:solidFill>
          <a:ln>
            <a:noFill/>
          </a:ln>
        </p:spPr>
        <p:txBody>
          <a:bodyPr/>
          <a:lstStyle>
            <a:lvl1pPr marL="0" indent="0">
              <a:buNone/>
              <a:defRPr/>
            </a:lvl1pPr>
          </a:lstStyle>
          <a:p>
            <a:pPr lvl="0"/>
            <a:r>
              <a:rPr lang="en-US" dirty="0"/>
              <a:t> </a:t>
            </a:r>
          </a:p>
        </p:txBody>
      </p:sp>
      <p:sp>
        <p:nvSpPr>
          <p:cNvPr id="15"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10" name="Picture 9"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1857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8056" y="2175153"/>
            <a:ext cx="8633531" cy="369332"/>
          </a:xfrm>
          <a:prstGeom prst="rect">
            <a:avLst/>
          </a:prstGeom>
        </p:spPr>
        <p:txBody>
          <a:bodyPr lIns="0" tIns="0" rIns="0" bIns="0" anchor="ctr" anchorCtr="0">
            <a:noAutofit/>
          </a:bodyPr>
          <a:lstStyle>
            <a:lvl1pPr algn="l">
              <a:defRPr sz="2400" baseline="0">
                <a:solidFill>
                  <a:schemeClr val="tx2"/>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258056" y="2634497"/>
            <a:ext cx="8633531" cy="215444"/>
          </a:xfrm>
          <a:prstGeom prst="rect">
            <a:avLst/>
          </a:prstGeom>
        </p:spPr>
        <p:txBody>
          <a:bodyPr lIns="0" tIns="0" rIns="0" bIns="0" anchor="ctr" anchorCtr="0">
            <a:noAutofit/>
          </a:bodyPr>
          <a:lstStyle>
            <a:lvl1pPr marL="0" indent="0">
              <a:buNone/>
              <a:defRPr sz="1400" baseline="0">
                <a:solidFill>
                  <a:schemeClr val="accent1"/>
                </a:solidFill>
              </a:defRPr>
            </a:lvl1pPr>
          </a:lstStyle>
          <a:p>
            <a:pPr lvl="0"/>
            <a:r>
              <a:rPr lang="en-US" dirty="0"/>
              <a:t>Click To Edit Optional Subtitle</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355483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llout w Image Dark">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Tree>
    <p:extLst>
      <p:ext uri="{BB962C8B-B14F-4D97-AF65-F5344CB8AC3E}">
        <p14:creationId xmlns:p14="http://schemas.microsoft.com/office/powerpoint/2010/main" val="252164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w Image Ligh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8" name="Picture 7"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
        <p:nvSpPr>
          <p:cNvPr id="3"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rgbClr val="00B0F0"/>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94746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on White">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252413" y="1713559"/>
            <a:ext cx="8647112" cy="1231106"/>
          </a:xfrm>
          <a:prstGeom prst="rect">
            <a:avLst/>
          </a:prstGeom>
        </p:spPr>
        <p:txBody>
          <a:bodyPr wrap="square" lIns="0" tIns="0" rIns="0" bIns="0" anchor="t">
            <a:noAutofit/>
          </a:bodyPr>
          <a:lstStyle>
            <a:lvl1pPr marL="0" indent="0" algn="ctr">
              <a:buFont typeface="Arial"/>
              <a:buNone/>
              <a:defRPr sz="4000">
                <a:solidFill>
                  <a:schemeClr val="accent1"/>
                </a:solidFill>
              </a:defRPr>
            </a:lvl1pPr>
          </a:lstStyle>
          <a:p>
            <a:r>
              <a:rPr lang="en-US" dirty="0"/>
              <a:t>CLICK TO EDIT QUOTE OR CALLOUT</a:t>
            </a:r>
          </a:p>
        </p:txBody>
      </p:sp>
      <p:sp>
        <p:nvSpPr>
          <p:cNvPr id="5" name="Subtitle 2"/>
          <p:cNvSpPr>
            <a:spLocks noGrp="1"/>
          </p:cNvSpPr>
          <p:nvPr>
            <p:ph type="subTitle" idx="1" hasCustomPrompt="1"/>
          </p:nvPr>
        </p:nvSpPr>
        <p:spPr>
          <a:xfrm>
            <a:off x="252413" y="2955454"/>
            <a:ext cx="8647111" cy="307777"/>
          </a:xfrm>
          <a:prstGeom prst="rect">
            <a:avLst/>
          </a:prstGeom>
        </p:spPr>
        <p:txBody>
          <a:bodyPr wrap="square" lIns="0" tIns="0" rIns="0" bIns="0">
            <a:noAutofit/>
          </a:bodyPr>
          <a:lstStyle>
            <a:lvl1pPr marL="0" indent="0" algn="ctr">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6"/>
            <a:ext cx="2041798" cy="562953"/>
          </a:xfrm>
          <a:prstGeom prst="rect">
            <a:avLst/>
          </a:prstGeom>
        </p:spPr>
      </p:pic>
    </p:spTree>
    <p:extLst>
      <p:ext uri="{BB962C8B-B14F-4D97-AF65-F5344CB8AC3E}">
        <p14:creationId xmlns:p14="http://schemas.microsoft.com/office/powerpoint/2010/main" val="191992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on SE Life Green">
    <p:bg>
      <p:bgPr>
        <a:solidFill>
          <a:schemeClr val="tx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52413" y="1713559"/>
            <a:ext cx="8647112" cy="1231106"/>
          </a:xfrm>
          <a:prstGeom prst="rect">
            <a:avLst/>
          </a:prstGeom>
        </p:spPr>
        <p:txBody>
          <a:bodyPr lIns="0" tIns="0" rIns="0" bIns="0" anchor="t">
            <a:noAutofit/>
          </a:bodyPr>
          <a:lstStyle>
            <a:lvl1pPr marL="0" indent="0" algn="ctr">
              <a:buFont typeface="Arial"/>
              <a:buNone/>
              <a:defRPr sz="4000">
                <a:solidFill>
                  <a:schemeClr val="bg1"/>
                </a:solidFill>
              </a:defRPr>
            </a:lvl1pPr>
          </a:lstStyle>
          <a:p>
            <a:r>
              <a:rPr lang="en-US" dirty="0"/>
              <a:t>CLICK TO EDIT QUOTE OR CALLOUT</a:t>
            </a:r>
          </a:p>
        </p:txBody>
      </p:sp>
      <p:sp>
        <p:nvSpPr>
          <p:cNvPr id="10" name="Subtitle 2"/>
          <p:cNvSpPr>
            <a:spLocks noGrp="1"/>
          </p:cNvSpPr>
          <p:nvPr>
            <p:ph type="subTitle" idx="1" hasCustomPrompt="1"/>
          </p:nvPr>
        </p:nvSpPr>
        <p:spPr>
          <a:xfrm>
            <a:off x="252413" y="2955454"/>
            <a:ext cx="8647111" cy="307777"/>
          </a:xfrm>
          <a:prstGeom prst="rect">
            <a:avLst/>
          </a:prstGeom>
        </p:spPr>
        <p:txBody>
          <a:bodyPr lIns="0" tIns="0" rIns="0" bIns="0">
            <a:no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Optional Subtitle</a:t>
            </a:r>
          </a:p>
        </p:txBody>
      </p:sp>
      <p:sp>
        <p:nvSpPr>
          <p:cNvPr id="1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4"/>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11" name="Picture 10" descr="schneider_LIO_White_RGB.png"/>
          <p:cNvPicPr>
            <a:picLocks noChangeAspect="1"/>
          </p:cNvPicPr>
          <p:nvPr userDrawn="1"/>
        </p:nvPicPr>
        <p:blipFill>
          <a:blip r:embed="rId2" cstate="print"/>
          <a:stretch>
            <a:fillRect/>
          </a:stretch>
        </p:blipFill>
        <p:spPr>
          <a:xfrm>
            <a:off x="7075053" y="4508525"/>
            <a:ext cx="2018707" cy="556586"/>
          </a:xfrm>
          <a:prstGeom prst="rect">
            <a:avLst/>
          </a:prstGeom>
        </p:spPr>
      </p:pic>
    </p:spTree>
    <p:extLst>
      <p:ext uri="{BB962C8B-B14F-4D97-AF65-F5344CB8AC3E}">
        <p14:creationId xmlns:p14="http://schemas.microsoft.com/office/powerpoint/2010/main" val="245108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1747891" y="4857156"/>
            <a:ext cx="525690" cy="92333"/>
          </a:xfrm>
          <a:prstGeom prst="rect">
            <a:avLst/>
          </a:prstGeom>
        </p:spPr>
        <p:txBody>
          <a:bodyPr vert="horz" lIns="0" tIns="0" rIns="0" bIns="0" rtlCol="0" anchor="ctr">
            <a:spAutoFit/>
          </a:bodyPr>
          <a:lstStyle>
            <a:lvl1pPr algn="l">
              <a:defRPr sz="600">
                <a:solidFill>
                  <a:srgbClr val="FFFFFF"/>
                </a:solidFill>
                <a:latin typeface="Arial"/>
                <a:cs typeface="Arial"/>
              </a:defRPr>
            </a:lvl1pPr>
          </a:lstStyle>
          <a:p>
            <a:r>
              <a:rPr lang="en-US" dirty="0"/>
              <a:t>Page </a:t>
            </a:r>
            <a:fld id="{5A9C12DC-491F-9444-86A2-13AC5C62A2FC}" type="slidenum">
              <a:rPr lang="en-US" smtClean="0"/>
              <a:pPr/>
              <a:t>‹#›</a:t>
            </a:fld>
            <a:endParaRPr lang="en-US" dirty="0"/>
          </a:p>
        </p:txBody>
      </p:sp>
      <p:sp>
        <p:nvSpPr>
          <p:cNvPr id="9" name="Footer Placeholder 4"/>
          <p:cNvSpPr>
            <a:spLocks noGrp="1"/>
          </p:cNvSpPr>
          <p:nvPr>
            <p:ph type="ftr" sz="quarter" idx="3"/>
          </p:nvPr>
        </p:nvSpPr>
        <p:spPr>
          <a:xfrm>
            <a:off x="252414" y="4857155"/>
            <a:ext cx="1509767" cy="92333"/>
          </a:xfrm>
          <a:prstGeom prst="rect">
            <a:avLst/>
          </a:prstGeom>
        </p:spPr>
        <p:txBody>
          <a:bodyPr vert="horz" wrap="square" lIns="0" tIns="0" rIns="0" bIns="0" rtlCol="0" anchor="ctr">
            <a:spAutoFit/>
          </a:bodyPr>
          <a:lstStyle>
            <a:lvl1pPr algn="l">
              <a:defRPr sz="600">
                <a:solidFill>
                  <a:srgbClr val="FFFFFF"/>
                </a:solidFill>
                <a:latin typeface="Arial"/>
                <a:cs typeface="Arial"/>
              </a:defRPr>
            </a:lvl1pPr>
          </a:lstStyle>
          <a:p>
            <a:r>
              <a:rPr lang="en-US" dirty="0"/>
              <a:t>Confidential Property of Schneider Electric |</a:t>
            </a:r>
          </a:p>
        </p:txBody>
      </p:sp>
      <p:pic>
        <p:nvPicPr>
          <p:cNvPr id="7" name="Picture 6" descr="schneider_LIO_White_RGB.png"/>
          <p:cNvPicPr>
            <a:picLocks noChangeAspect="1"/>
          </p:cNvPicPr>
          <p:nvPr userDrawn="1"/>
        </p:nvPicPr>
        <p:blipFill>
          <a:blip r:embed="rId2" cstate="print"/>
          <a:stretch>
            <a:fillRect/>
          </a:stretch>
        </p:blipFill>
        <p:spPr>
          <a:xfrm>
            <a:off x="7105948" y="4510059"/>
            <a:ext cx="1907005" cy="525789"/>
          </a:xfrm>
          <a:prstGeom prst="rect">
            <a:avLst/>
          </a:prstGeom>
        </p:spPr>
      </p:pic>
      <p:sp>
        <p:nvSpPr>
          <p:cNvPr id="12" name="Title 1"/>
          <p:cNvSpPr>
            <a:spLocks noGrp="1"/>
          </p:cNvSpPr>
          <p:nvPr>
            <p:ph type="title" hasCustomPrompt="1"/>
          </p:nvPr>
        </p:nvSpPr>
        <p:spPr>
          <a:xfrm>
            <a:off x="0" y="2041071"/>
            <a:ext cx="9144000" cy="867640"/>
          </a:xfrm>
          <a:prstGeom prst="rect">
            <a:avLst/>
          </a:prstGeom>
          <a:solidFill>
            <a:schemeClr val="tx2">
              <a:alpha val="80000"/>
            </a:schemeClr>
          </a:solidFill>
        </p:spPr>
        <p:txBody>
          <a:bodyPr lIns="251966" tIns="0" rIns="0" bIns="0" anchor="ctr" anchorCtr="0"/>
          <a:lstStyle>
            <a:lvl1pPr algn="l">
              <a:defRPr sz="2400" baseline="0">
                <a:solidFill>
                  <a:srgbClr val="FFFFFF"/>
                </a:solidFill>
              </a:defRPr>
            </a:lvl1pPr>
          </a:lstStyle>
          <a:p>
            <a:r>
              <a:rPr lang="en-US" dirty="0"/>
              <a:t>Click To Edit Section Title</a:t>
            </a:r>
          </a:p>
        </p:txBody>
      </p:sp>
      <p:sp>
        <p:nvSpPr>
          <p:cNvPr id="13" name="Text Placeholder 9"/>
          <p:cNvSpPr>
            <a:spLocks noGrp="1"/>
          </p:cNvSpPr>
          <p:nvPr>
            <p:ph type="body" sz="quarter" idx="11" hasCustomPrompt="1"/>
          </p:nvPr>
        </p:nvSpPr>
        <p:spPr>
          <a:xfrm>
            <a:off x="0" y="2900387"/>
            <a:ext cx="9144000" cy="373063"/>
          </a:xfrm>
          <a:prstGeom prst="rect">
            <a:avLst/>
          </a:prstGeom>
          <a:solidFill>
            <a:schemeClr val="tx2"/>
          </a:solidFill>
        </p:spPr>
        <p:txBody>
          <a:bodyPr lIns="251966" tIns="0" rIns="0" bIns="0" anchor="ctr" anchorCtr="0"/>
          <a:lstStyle>
            <a:lvl1pPr marL="0" indent="0">
              <a:buNone/>
              <a:defRPr sz="1200" baseline="0">
                <a:solidFill>
                  <a:schemeClr val="bg1"/>
                </a:solidFill>
              </a:defRPr>
            </a:lvl1pPr>
          </a:lstStyle>
          <a:p>
            <a:pPr lvl="0"/>
            <a:r>
              <a:rPr lang="en-US" dirty="0"/>
              <a:t>Click To Edit Optional Subtitle</a:t>
            </a:r>
          </a:p>
        </p:txBody>
      </p:sp>
      <p:sp>
        <p:nvSpPr>
          <p:cNvPr id="10" name="Picture Placeholder 5"/>
          <p:cNvSpPr>
            <a:spLocks noGrp="1"/>
          </p:cNvSpPr>
          <p:nvPr>
            <p:ph type="pic" sz="quarter" idx="10" hasCustomPrompt="1"/>
          </p:nvPr>
        </p:nvSpPr>
        <p:spPr>
          <a:xfrm>
            <a:off x="0" y="0"/>
            <a:ext cx="9144000" cy="5143500"/>
          </a:xfrm>
          <a:prstGeom prst="rect">
            <a:avLst/>
          </a:prstGeom>
          <a:solidFill>
            <a:srgbClr val="8E8F93">
              <a:alpha val="20000"/>
            </a:srgbClr>
          </a:solidFill>
        </p:spPr>
        <p:txBody>
          <a:bodyPr/>
          <a:lstStyle>
            <a:lvl1pPr marL="0" indent="0">
              <a:buNone/>
              <a:defRPr sz="1400" b="1">
                <a:solidFill>
                  <a:schemeClr val="accent6"/>
                </a:solidFill>
              </a:defRPr>
            </a:lvl1pPr>
          </a:lstStyle>
          <a:p>
            <a:r>
              <a:rPr lang="en-US" dirty="0"/>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2528318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userDrawn="1"/>
        </p:nvPicPr>
        <p:blipFill>
          <a:blip r:embed="rId2" cstate="print"/>
          <a:stretch>
            <a:fillRect/>
          </a:stretch>
        </p:blipFill>
        <p:spPr>
          <a:xfrm>
            <a:off x="2769124" y="1958662"/>
            <a:ext cx="3559382" cy="981372"/>
          </a:xfrm>
          <a:prstGeom prst="rect">
            <a:avLst/>
          </a:prstGeom>
        </p:spPr>
      </p:pic>
    </p:spTree>
    <p:extLst>
      <p:ext uri="{BB962C8B-B14F-4D97-AF65-F5344CB8AC3E}">
        <p14:creationId xmlns:p14="http://schemas.microsoft.com/office/powerpoint/2010/main" val="303704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column w/ callout">
    <p:spTree>
      <p:nvGrpSpPr>
        <p:cNvPr id="1" name=""/>
        <p:cNvGrpSpPr/>
        <p:nvPr/>
      </p:nvGrpSpPr>
      <p:grpSpPr>
        <a:xfrm>
          <a:off x="0" y="0"/>
          <a:ext cx="0" cy="0"/>
          <a:chOff x="0" y="0"/>
          <a:chExt cx="0" cy="0"/>
        </a:xfrm>
      </p:grpSpPr>
      <p:sp>
        <p:nvSpPr>
          <p:cNvPr id="15" name="Text Placeholder 11"/>
          <p:cNvSpPr>
            <a:spLocks noGrp="1"/>
          </p:cNvSpPr>
          <p:nvPr>
            <p:ph type="body" sz="quarter" idx="13" hasCustomPrompt="1"/>
          </p:nvPr>
        </p:nvSpPr>
        <p:spPr>
          <a:xfrm>
            <a:off x="6192839" y="4066302"/>
            <a:ext cx="269875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caption to the chart goes here</a:t>
            </a:r>
          </a:p>
        </p:txBody>
      </p:sp>
      <p:cxnSp>
        <p:nvCxnSpPr>
          <p:cNvPr id="9" name="Straight Connector 8"/>
          <p:cNvCxnSpPr/>
          <p:nvPr userDrawn="1"/>
        </p:nvCxnSpPr>
        <p:spPr>
          <a:xfrm>
            <a:off x="6014065"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3" name="Text Placeholder 11"/>
          <p:cNvSpPr>
            <a:spLocks noGrp="1"/>
          </p:cNvSpPr>
          <p:nvPr>
            <p:ph type="body" sz="quarter" idx="16" hasCustomPrompt="1"/>
          </p:nvPr>
        </p:nvSpPr>
        <p:spPr>
          <a:xfrm>
            <a:off x="258055" y="4066302"/>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18"/>
          </p:nvPr>
        </p:nvSpPr>
        <p:spPr>
          <a:xfrm>
            <a:off x="258054" y="1202024"/>
            <a:ext cx="5574419" cy="230009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6192838" y="1201738"/>
            <a:ext cx="2698750" cy="2287696"/>
          </a:xfrm>
        </p:spPr>
        <p:txBody>
          <a:bodyPr>
            <a:noAutofit/>
          </a:bodyPr>
          <a:lstStyle>
            <a:lvl1pPr>
              <a:defRPr sz="1200"/>
            </a:lvl1pPr>
            <a:lvl2pPr>
              <a:defRPr sz="11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749794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Content Placeholder 2"/>
          <p:cNvSpPr>
            <a:spLocks noGrp="1"/>
          </p:cNvSpPr>
          <p:nvPr>
            <p:ph sz="quarter" idx="31"/>
          </p:nvPr>
        </p:nvSpPr>
        <p:spPr>
          <a:xfrm>
            <a:off x="258055" y="1203325"/>
            <a:ext cx="8679570" cy="3176589"/>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067016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column">
    <p:spTree>
      <p:nvGrpSpPr>
        <p:cNvPr id="1" name=""/>
        <p:cNvGrpSpPr/>
        <p:nvPr/>
      </p:nvGrpSpPr>
      <p:grpSpPr>
        <a:xfrm>
          <a:off x="0" y="0"/>
          <a:ext cx="0" cy="0"/>
          <a:chOff x="0" y="0"/>
          <a:chExt cx="0" cy="0"/>
        </a:xfrm>
      </p:grpSpPr>
      <p:sp>
        <p:nvSpPr>
          <p:cNvPr id="20" name="Text Placeholder 11"/>
          <p:cNvSpPr>
            <a:spLocks noGrp="1"/>
          </p:cNvSpPr>
          <p:nvPr>
            <p:ph type="body" sz="quarter" idx="13" hasCustomPrompt="1"/>
          </p:nvPr>
        </p:nvSpPr>
        <p:spPr>
          <a:xfrm>
            <a:off x="252414" y="4066302"/>
            <a:ext cx="558006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4" name="Content Placeholder 3"/>
          <p:cNvSpPr>
            <a:spLocks noGrp="1"/>
          </p:cNvSpPr>
          <p:nvPr>
            <p:ph sz="quarter" idx="17"/>
          </p:nvPr>
        </p:nvSpPr>
        <p:spPr>
          <a:xfrm>
            <a:off x="252413" y="1203326"/>
            <a:ext cx="5580062" cy="271703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1"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755880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column stacked">
    <p:spTree>
      <p:nvGrpSpPr>
        <p:cNvPr id="1" name=""/>
        <p:cNvGrpSpPr/>
        <p:nvPr/>
      </p:nvGrpSpPr>
      <p:grpSpPr>
        <a:xfrm>
          <a:off x="0" y="0"/>
          <a:ext cx="0" cy="0"/>
          <a:chOff x="0" y="0"/>
          <a:chExt cx="0" cy="0"/>
        </a:xfrm>
      </p:grpSpPr>
      <p:sp>
        <p:nvSpPr>
          <p:cNvPr id="11" name="Content Placeholder 5"/>
          <p:cNvSpPr>
            <a:spLocks noGrp="1"/>
          </p:cNvSpPr>
          <p:nvPr>
            <p:ph sz="quarter" idx="34"/>
          </p:nvPr>
        </p:nvSpPr>
        <p:spPr>
          <a:xfrm>
            <a:off x="247390" y="3037460"/>
            <a:ext cx="5574419" cy="147147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p:cNvSpPr>
            <a:spLocks noGrp="1"/>
          </p:cNvSpPr>
          <p:nvPr>
            <p:ph type="body" sz="quarter" idx="16" hasCustomPrompt="1"/>
          </p:nvPr>
        </p:nvSpPr>
        <p:spPr>
          <a:xfrm>
            <a:off x="252414" y="2674811"/>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0" hasCustomPrompt="1"/>
          </p:nvPr>
        </p:nvSpPr>
        <p:spPr>
          <a:xfrm>
            <a:off x="258057" y="4569743"/>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23"/>
          </p:nvPr>
        </p:nvSpPr>
        <p:spPr>
          <a:xfrm>
            <a:off x="248010" y="1213547"/>
            <a:ext cx="5574419" cy="1370903"/>
          </a:xfrm>
        </p:spPr>
        <p:txBody>
          <a:bodyPr>
            <a:noAutofit/>
          </a:bodyPr>
          <a:lstStyle>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4"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7752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column">
    <p:spTree>
      <p:nvGrpSpPr>
        <p:cNvPr id="1" name=""/>
        <p:cNvGrpSpPr/>
        <p:nvPr/>
      </p:nvGrpSpPr>
      <p:grpSpPr>
        <a:xfrm>
          <a:off x="0" y="0"/>
          <a:ext cx="0" cy="0"/>
          <a:chOff x="0" y="0"/>
          <a:chExt cx="0" cy="0"/>
        </a:xfrm>
      </p:grpSpPr>
      <p:sp>
        <p:nvSpPr>
          <p:cNvPr id="14" name="Content Placeholder 2"/>
          <p:cNvSpPr>
            <a:spLocks noGrp="1"/>
          </p:cNvSpPr>
          <p:nvPr>
            <p:ph sz="quarter" idx="24"/>
          </p:nvPr>
        </p:nvSpPr>
        <p:spPr>
          <a:xfrm>
            <a:off x="4764969" y="1203325"/>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8" name="Text Placeholder 11"/>
          <p:cNvSpPr>
            <a:spLocks noGrp="1"/>
          </p:cNvSpPr>
          <p:nvPr>
            <p:ph type="body" sz="quarter" idx="15" hasCustomPrompt="1"/>
          </p:nvPr>
        </p:nvSpPr>
        <p:spPr>
          <a:xfrm>
            <a:off x="252414" y="4066302"/>
            <a:ext cx="4178298"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22"/>
          </p:nvPr>
        </p:nvSpPr>
        <p:spPr>
          <a:xfrm>
            <a:off x="247547" y="1209296"/>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5922868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column comparison">
    <p:spTree>
      <p:nvGrpSpPr>
        <p:cNvPr id="1" name=""/>
        <p:cNvGrpSpPr/>
        <p:nvPr/>
      </p:nvGrpSpPr>
      <p:grpSpPr>
        <a:xfrm>
          <a:off x="0" y="0"/>
          <a:ext cx="0" cy="0"/>
          <a:chOff x="0" y="0"/>
          <a:chExt cx="0" cy="0"/>
        </a:xfrm>
      </p:grpSpPr>
      <p:sp>
        <p:nvSpPr>
          <p:cNvPr id="16" name="Content Placeholder 2"/>
          <p:cNvSpPr>
            <a:spLocks noGrp="1"/>
          </p:cNvSpPr>
          <p:nvPr>
            <p:ph sz="quarter" idx="22"/>
          </p:nvPr>
        </p:nvSpPr>
        <p:spPr>
          <a:xfrm>
            <a:off x="4764969" y="1203326"/>
            <a:ext cx="4172656"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2" name="Text Placeholder 11"/>
          <p:cNvSpPr>
            <a:spLocks noGrp="1"/>
          </p:cNvSpPr>
          <p:nvPr>
            <p:ph type="body" sz="quarter" idx="15" hasCustomPrompt="1"/>
          </p:nvPr>
        </p:nvSpPr>
        <p:spPr>
          <a:xfrm>
            <a:off x="252414" y="4066302"/>
            <a:ext cx="417829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cxnSp>
        <p:nvCxnSpPr>
          <p:cNvPr id="13" name="Straight Connector 12"/>
          <p:cNvCxnSpPr/>
          <p:nvPr userDrawn="1"/>
        </p:nvCxnSpPr>
        <p:spPr>
          <a:xfrm>
            <a:off x="4549718"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quarter" idx="20"/>
          </p:nvPr>
        </p:nvSpPr>
        <p:spPr>
          <a:xfrm>
            <a:off x="241903" y="1203327"/>
            <a:ext cx="4178299"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1553253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column stacked">
    <p:spTree>
      <p:nvGrpSpPr>
        <p:cNvPr id="1" name=""/>
        <p:cNvGrpSpPr/>
        <p:nvPr/>
      </p:nvGrpSpPr>
      <p:grpSpPr>
        <a:xfrm>
          <a:off x="0" y="0"/>
          <a:ext cx="0" cy="0"/>
          <a:chOff x="0" y="0"/>
          <a:chExt cx="0" cy="0"/>
        </a:xfrm>
      </p:grpSpPr>
      <p:sp>
        <p:nvSpPr>
          <p:cNvPr id="6" name="Text Placeholder 11"/>
          <p:cNvSpPr>
            <a:spLocks noGrp="1"/>
          </p:cNvSpPr>
          <p:nvPr>
            <p:ph type="body" sz="quarter" idx="18" hasCustomPrompt="1"/>
          </p:nvPr>
        </p:nvSpPr>
        <p:spPr>
          <a:xfrm>
            <a:off x="248530" y="2698483"/>
            <a:ext cx="863353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11" name="Text Placeholder 11"/>
          <p:cNvSpPr>
            <a:spLocks noGrp="1"/>
          </p:cNvSpPr>
          <p:nvPr>
            <p:ph type="body" sz="quarter" idx="13" hasCustomPrompt="1"/>
          </p:nvPr>
        </p:nvSpPr>
        <p:spPr>
          <a:xfrm>
            <a:off x="4791076" y="4413143"/>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5" name="Text Placeholder 11"/>
          <p:cNvSpPr>
            <a:spLocks noGrp="1"/>
          </p:cNvSpPr>
          <p:nvPr>
            <p:ph type="body" sz="quarter" idx="16" hasCustomPrompt="1"/>
          </p:nvPr>
        </p:nvSpPr>
        <p:spPr>
          <a:xfrm>
            <a:off x="253293" y="4413143"/>
            <a:ext cx="409487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5" name="Content Placeholder 4"/>
          <p:cNvSpPr>
            <a:spLocks noGrp="1"/>
          </p:cNvSpPr>
          <p:nvPr>
            <p:ph sz="quarter" idx="24"/>
          </p:nvPr>
        </p:nvSpPr>
        <p:spPr>
          <a:xfrm>
            <a:off x="246633" y="1198258"/>
            <a:ext cx="8644953" cy="138619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25"/>
          </p:nvPr>
        </p:nvSpPr>
        <p:spPr>
          <a:xfrm>
            <a:off x="248530" y="2907433"/>
            <a:ext cx="4094871"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Content Placeholder 13"/>
          <p:cNvSpPr>
            <a:spLocks noGrp="1"/>
          </p:cNvSpPr>
          <p:nvPr>
            <p:ph sz="quarter" idx="26"/>
          </p:nvPr>
        </p:nvSpPr>
        <p:spPr>
          <a:xfrm>
            <a:off x="4791076" y="2907433"/>
            <a:ext cx="4100514"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105443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411250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column compariso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cxnSp>
        <p:nvCxnSpPr>
          <p:cNvPr id="16" name="Straight Connector 15"/>
          <p:cNvCxnSpPr/>
          <p:nvPr userDrawn="1"/>
        </p:nvCxnSpPr>
        <p:spPr>
          <a:xfrm>
            <a:off x="3085663"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6076301"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1250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column stacked">
    <p:spTree>
      <p:nvGrpSpPr>
        <p:cNvPr id="1" name=""/>
        <p:cNvGrpSpPr/>
        <p:nvPr/>
      </p:nvGrpSpPr>
      <p:grpSpPr>
        <a:xfrm>
          <a:off x="0" y="0"/>
          <a:ext cx="0" cy="0"/>
          <a:chOff x="0" y="0"/>
          <a:chExt cx="0" cy="0"/>
        </a:xfrm>
      </p:grpSpPr>
      <p:sp>
        <p:nvSpPr>
          <p:cNvPr id="5" name="Content Placeholder 4"/>
          <p:cNvSpPr>
            <a:spLocks noGrp="1"/>
          </p:cNvSpPr>
          <p:nvPr>
            <p:ph sz="quarter" idx="32"/>
          </p:nvPr>
        </p:nvSpPr>
        <p:spPr>
          <a:xfrm>
            <a:off x="252413" y="1203327"/>
            <a:ext cx="8639175" cy="1381124"/>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33"/>
          </p:nvPr>
        </p:nvSpPr>
        <p:spPr>
          <a:xfrm>
            <a:off x="252413" y="2872039"/>
            <a:ext cx="2683481"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34"/>
          </p:nvPr>
        </p:nvSpPr>
        <p:spPr>
          <a:xfrm>
            <a:off x="3232554"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Content Placeholder 18"/>
          <p:cNvSpPr>
            <a:spLocks noGrp="1"/>
          </p:cNvSpPr>
          <p:nvPr>
            <p:ph sz="quarter" idx="35"/>
          </p:nvPr>
        </p:nvSpPr>
        <p:spPr>
          <a:xfrm>
            <a:off x="6192838"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11"/>
          <p:cNvSpPr>
            <a:spLocks noGrp="1"/>
          </p:cNvSpPr>
          <p:nvPr>
            <p:ph type="body" sz="quarter" idx="18" hasCustomPrompt="1"/>
          </p:nvPr>
        </p:nvSpPr>
        <p:spPr>
          <a:xfrm>
            <a:off x="258056" y="2630753"/>
            <a:ext cx="863353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4" name="Text Placeholder 11"/>
          <p:cNvSpPr>
            <a:spLocks noGrp="1"/>
          </p:cNvSpPr>
          <p:nvPr>
            <p:ph type="body" sz="quarter" idx="13" hasCustomPrompt="1"/>
          </p:nvPr>
        </p:nvSpPr>
        <p:spPr>
          <a:xfrm>
            <a:off x="252414" y="4376263"/>
            <a:ext cx="268348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6" name="Text Placeholder 11"/>
          <p:cNvSpPr>
            <a:spLocks noGrp="1"/>
          </p:cNvSpPr>
          <p:nvPr>
            <p:ph type="body" sz="quarter" idx="21" hasCustomPrompt="1"/>
          </p:nvPr>
        </p:nvSpPr>
        <p:spPr>
          <a:xfrm>
            <a:off x="6192838"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4" hasCustomPrompt="1"/>
          </p:nvPr>
        </p:nvSpPr>
        <p:spPr>
          <a:xfrm>
            <a:off x="3232554"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1" name="Text Placeholder 11"/>
          <p:cNvSpPr>
            <a:spLocks noGrp="1"/>
          </p:cNvSpPr>
          <p:nvPr>
            <p:ph type="body" sz="quarter" idx="36"/>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22" name="Text Placeholder 13"/>
          <p:cNvSpPr>
            <a:spLocks noGrp="1"/>
          </p:cNvSpPr>
          <p:nvPr>
            <p:ph type="body" sz="quarter" idx="37"/>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orizontal Split">
    <p:spTree>
      <p:nvGrpSpPr>
        <p:cNvPr id="1" name=""/>
        <p:cNvGrpSpPr/>
        <p:nvPr/>
      </p:nvGrpSpPr>
      <p:grpSpPr>
        <a:xfrm>
          <a:off x="0" y="0"/>
          <a:ext cx="0" cy="0"/>
          <a:chOff x="0" y="0"/>
          <a:chExt cx="0" cy="0"/>
        </a:xfrm>
      </p:grpSpPr>
      <p:sp>
        <p:nvSpPr>
          <p:cNvPr id="21" name="Rectangle 20"/>
          <p:cNvSpPr/>
          <p:nvPr userDrawn="1"/>
        </p:nvSpPr>
        <p:spPr>
          <a:xfrm>
            <a:off x="0" y="1"/>
            <a:ext cx="9144000" cy="12761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
        <p:nvSpPr>
          <p:cNvPr id="5" name="Content Placeholder 4"/>
          <p:cNvSpPr>
            <a:spLocks noGrp="1"/>
          </p:cNvSpPr>
          <p:nvPr>
            <p:ph sz="quarter" idx="32"/>
          </p:nvPr>
        </p:nvSpPr>
        <p:spPr>
          <a:xfrm>
            <a:off x="252413" y="1735871"/>
            <a:ext cx="8639175" cy="264404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2" name="Rectangle 21"/>
          <p:cNvSpPr/>
          <p:nvPr userDrawn="1"/>
        </p:nvSpPr>
        <p:spPr>
          <a:xfrm>
            <a:off x="0" y="1105320"/>
            <a:ext cx="9144000" cy="371789"/>
          </a:xfrm>
          <a:prstGeom prst="rect">
            <a:avLst/>
          </a:prstGeom>
          <a:solidFill>
            <a:schemeClr val="bg2">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
        <p:nvSpPr>
          <p:cNvPr id="15" name="Text Placeholder 11"/>
          <p:cNvSpPr>
            <a:spLocks noGrp="1"/>
          </p:cNvSpPr>
          <p:nvPr>
            <p:ph type="body" sz="quarter" idx="33"/>
          </p:nvPr>
        </p:nvSpPr>
        <p:spPr>
          <a:xfrm>
            <a:off x="252413" y="230187"/>
            <a:ext cx="8647112" cy="369332"/>
          </a:xfrm>
        </p:spPr>
        <p:txBody>
          <a:bodyPr>
            <a:noAutofit/>
          </a:bodyPr>
          <a:lstStyle>
            <a:lvl1pPr>
              <a:buFontTx/>
              <a:buNone/>
              <a:defRPr sz="2400">
                <a:solidFill>
                  <a:schemeClr val="bg1"/>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6" name="Text Placeholder 13"/>
          <p:cNvSpPr>
            <a:spLocks noGrp="1"/>
          </p:cNvSpPr>
          <p:nvPr>
            <p:ph type="body" sz="quarter" idx="34"/>
          </p:nvPr>
        </p:nvSpPr>
        <p:spPr>
          <a:xfrm>
            <a:off x="252413" y="683366"/>
            <a:ext cx="8647112" cy="253916"/>
          </a:xfrm>
        </p:spPr>
        <p:txBody>
          <a:bodyPr>
            <a:noAutofit/>
          </a:bodyPr>
          <a:lstStyle>
            <a:lvl1pPr marL="358762" indent="-342888">
              <a:buFontTx/>
              <a:buNone/>
              <a:defRPr sz="1600">
                <a:solidFill>
                  <a:schemeClr val="bg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690617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Tree>
    <p:extLst>
      <p:ext uri="{BB962C8B-B14F-4D97-AF65-F5344CB8AC3E}">
        <p14:creationId xmlns:p14="http://schemas.microsoft.com/office/powerpoint/2010/main" val="6906178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column w/ callout">
    <p:spTree>
      <p:nvGrpSpPr>
        <p:cNvPr id="1" name=""/>
        <p:cNvGrpSpPr/>
        <p:nvPr/>
      </p:nvGrpSpPr>
      <p:grpSpPr>
        <a:xfrm>
          <a:off x="0" y="0"/>
          <a:ext cx="0" cy="0"/>
          <a:chOff x="0" y="0"/>
          <a:chExt cx="0" cy="0"/>
        </a:xfrm>
      </p:grpSpPr>
      <p:sp>
        <p:nvSpPr>
          <p:cNvPr id="15" name="Text Placeholder 11"/>
          <p:cNvSpPr>
            <a:spLocks noGrp="1"/>
          </p:cNvSpPr>
          <p:nvPr>
            <p:ph type="body" sz="quarter" idx="13" hasCustomPrompt="1"/>
          </p:nvPr>
        </p:nvSpPr>
        <p:spPr>
          <a:xfrm>
            <a:off x="6192839" y="4066302"/>
            <a:ext cx="269875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caption to the chart goes here</a:t>
            </a:r>
          </a:p>
        </p:txBody>
      </p:sp>
      <p:cxnSp>
        <p:nvCxnSpPr>
          <p:cNvPr id="9" name="Straight Connector 8"/>
          <p:cNvCxnSpPr/>
          <p:nvPr userDrawn="1"/>
        </p:nvCxnSpPr>
        <p:spPr>
          <a:xfrm>
            <a:off x="6014065"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3" name="Text Placeholder 11"/>
          <p:cNvSpPr>
            <a:spLocks noGrp="1"/>
          </p:cNvSpPr>
          <p:nvPr>
            <p:ph type="body" sz="quarter" idx="16" hasCustomPrompt="1"/>
          </p:nvPr>
        </p:nvSpPr>
        <p:spPr>
          <a:xfrm>
            <a:off x="258055" y="4066302"/>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18"/>
          </p:nvPr>
        </p:nvSpPr>
        <p:spPr>
          <a:xfrm>
            <a:off x="258054" y="1202024"/>
            <a:ext cx="5574419" cy="230009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6192838" y="1201738"/>
            <a:ext cx="2698750" cy="2287696"/>
          </a:xfrm>
        </p:spPr>
        <p:txBody>
          <a:bodyPr>
            <a:noAutofit/>
          </a:bodyPr>
          <a:lstStyle>
            <a:lvl1pPr>
              <a:defRPr sz="1200"/>
            </a:lvl1pPr>
            <a:lvl2pPr>
              <a:defRPr sz="11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0521891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Content Placeholder 2"/>
          <p:cNvSpPr>
            <a:spLocks noGrp="1"/>
          </p:cNvSpPr>
          <p:nvPr>
            <p:ph sz="quarter" idx="31"/>
          </p:nvPr>
        </p:nvSpPr>
        <p:spPr>
          <a:xfrm>
            <a:off x="258055" y="1203325"/>
            <a:ext cx="8679570" cy="3176589"/>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715486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column">
    <p:spTree>
      <p:nvGrpSpPr>
        <p:cNvPr id="1" name=""/>
        <p:cNvGrpSpPr/>
        <p:nvPr/>
      </p:nvGrpSpPr>
      <p:grpSpPr>
        <a:xfrm>
          <a:off x="0" y="0"/>
          <a:ext cx="0" cy="0"/>
          <a:chOff x="0" y="0"/>
          <a:chExt cx="0" cy="0"/>
        </a:xfrm>
      </p:grpSpPr>
      <p:sp>
        <p:nvSpPr>
          <p:cNvPr id="20" name="Text Placeholder 11"/>
          <p:cNvSpPr>
            <a:spLocks noGrp="1"/>
          </p:cNvSpPr>
          <p:nvPr>
            <p:ph type="body" sz="quarter" idx="13" hasCustomPrompt="1"/>
          </p:nvPr>
        </p:nvSpPr>
        <p:spPr>
          <a:xfrm>
            <a:off x="252414" y="4066302"/>
            <a:ext cx="558006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4" name="Content Placeholder 3"/>
          <p:cNvSpPr>
            <a:spLocks noGrp="1"/>
          </p:cNvSpPr>
          <p:nvPr>
            <p:ph sz="quarter" idx="17"/>
          </p:nvPr>
        </p:nvSpPr>
        <p:spPr>
          <a:xfrm>
            <a:off x="252413" y="1203326"/>
            <a:ext cx="5580062" cy="271703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1"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5744138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column stacked">
    <p:spTree>
      <p:nvGrpSpPr>
        <p:cNvPr id="1" name=""/>
        <p:cNvGrpSpPr/>
        <p:nvPr/>
      </p:nvGrpSpPr>
      <p:grpSpPr>
        <a:xfrm>
          <a:off x="0" y="0"/>
          <a:ext cx="0" cy="0"/>
          <a:chOff x="0" y="0"/>
          <a:chExt cx="0" cy="0"/>
        </a:xfrm>
      </p:grpSpPr>
      <p:sp>
        <p:nvSpPr>
          <p:cNvPr id="11" name="Content Placeholder 5"/>
          <p:cNvSpPr>
            <a:spLocks noGrp="1"/>
          </p:cNvSpPr>
          <p:nvPr>
            <p:ph sz="quarter" idx="34"/>
          </p:nvPr>
        </p:nvSpPr>
        <p:spPr>
          <a:xfrm>
            <a:off x="247390" y="3037460"/>
            <a:ext cx="5574419" cy="147147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p:cNvSpPr>
            <a:spLocks noGrp="1"/>
          </p:cNvSpPr>
          <p:nvPr>
            <p:ph type="body" sz="quarter" idx="16" hasCustomPrompt="1"/>
          </p:nvPr>
        </p:nvSpPr>
        <p:spPr>
          <a:xfrm>
            <a:off x="252414" y="2674811"/>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0" hasCustomPrompt="1"/>
          </p:nvPr>
        </p:nvSpPr>
        <p:spPr>
          <a:xfrm>
            <a:off x="258057" y="4569743"/>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23"/>
          </p:nvPr>
        </p:nvSpPr>
        <p:spPr>
          <a:xfrm>
            <a:off x="248010" y="1213547"/>
            <a:ext cx="5574419" cy="1370903"/>
          </a:xfrm>
        </p:spPr>
        <p:txBody>
          <a:bodyPr>
            <a:noAutofit/>
          </a:bodyPr>
          <a:lstStyle>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4"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6731010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column">
    <p:spTree>
      <p:nvGrpSpPr>
        <p:cNvPr id="1" name=""/>
        <p:cNvGrpSpPr/>
        <p:nvPr/>
      </p:nvGrpSpPr>
      <p:grpSpPr>
        <a:xfrm>
          <a:off x="0" y="0"/>
          <a:ext cx="0" cy="0"/>
          <a:chOff x="0" y="0"/>
          <a:chExt cx="0" cy="0"/>
        </a:xfrm>
      </p:grpSpPr>
      <p:sp>
        <p:nvSpPr>
          <p:cNvPr id="14" name="Content Placeholder 2"/>
          <p:cNvSpPr>
            <a:spLocks noGrp="1"/>
          </p:cNvSpPr>
          <p:nvPr>
            <p:ph sz="quarter" idx="24"/>
          </p:nvPr>
        </p:nvSpPr>
        <p:spPr>
          <a:xfrm>
            <a:off x="4764969" y="1203325"/>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8" name="Text Placeholder 11"/>
          <p:cNvSpPr>
            <a:spLocks noGrp="1"/>
          </p:cNvSpPr>
          <p:nvPr>
            <p:ph type="body" sz="quarter" idx="15" hasCustomPrompt="1"/>
          </p:nvPr>
        </p:nvSpPr>
        <p:spPr>
          <a:xfrm>
            <a:off x="252414" y="4066302"/>
            <a:ext cx="4178298"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22"/>
          </p:nvPr>
        </p:nvSpPr>
        <p:spPr>
          <a:xfrm>
            <a:off x="247547" y="1209296"/>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481768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column comparison">
    <p:spTree>
      <p:nvGrpSpPr>
        <p:cNvPr id="1" name=""/>
        <p:cNvGrpSpPr/>
        <p:nvPr/>
      </p:nvGrpSpPr>
      <p:grpSpPr>
        <a:xfrm>
          <a:off x="0" y="0"/>
          <a:ext cx="0" cy="0"/>
          <a:chOff x="0" y="0"/>
          <a:chExt cx="0" cy="0"/>
        </a:xfrm>
      </p:grpSpPr>
      <p:sp>
        <p:nvSpPr>
          <p:cNvPr id="16" name="Content Placeholder 2"/>
          <p:cNvSpPr>
            <a:spLocks noGrp="1"/>
          </p:cNvSpPr>
          <p:nvPr>
            <p:ph sz="quarter" idx="22"/>
          </p:nvPr>
        </p:nvSpPr>
        <p:spPr>
          <a:xfrm>
            <a:off x="4764969" y="1203326"/>
            <a:ext cx="4172656"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2" name="Text Placeholder 11"/>
          <p:cNvSpPr>
            <a:spLocks noGrp="1"/>
          </p:cNvSpPr>
          <p:nvPr>
            <p:ph type="body" sz="quarter" idx="15" hasCustomPrompt="1"/>
          </p:nvPr>
        </p:nvSpPr>
        <p:spPr>
          <a:xfrm>
            <a:off x="252414" y="4066302"/>
            <a:ext cx="417829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cxnSp>
        <p:nvCxnSpPr>
          <p:cNvPr id="13" name="Straight Connector 12"/>
          <p:cNvCxnSpPr/>
          <p:nvPr userDrawn="1"/>
        </p:nvCxnSpPr>
        <p:spPr>
          <a:xfrm>
            <a:off x="4549718"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quarter" idx="20"/>
          </p:nvPr>
        </p:nvSpPr>
        <p:spPr>
          <a:xfrm>
            <a:off x="241903" y="1203327"/>
            <a:ext cx="4178299"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17503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column stacked">
    <p:spTree>
      <p:nvGrpSpPr>
        <p:cNvPr id="1" name=""/>
        <p:cNvGrpSpPr/>
        <p:nvPr/>
      </p:nvGrpSpPr>
      <p:grpSpPr>
        <a:xfrm>
          <a:off x="0" y="0"/>
          <a:ext cx="0" cy="0"/>
          <a:chOff x="0" y="0"/>
          <a:chExt cx="0" cy="0"/>
        </a:xfrm>
      </p:grpSpPr>
      <p:sp>
        <p:nvSpPr>
          <p:cNvPr id="6" name="Text Placeholder 11"/>
          <p:cNvSpPr>
            <a:spLocks noGrp="1"/>
          </p:cNvSpPr>
          <p:nvPr>
            <p:ph type="body" sz="quarter" idx="18" hasCustomPrompt="1"/>
          </p:nvPr>
        </p:nvSpPr>
        <p:spPr>
          <a:xfrm>
            <a:off x="248530" y="2698483"/>
            <a:ext cx="863353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11" name="Text Placeholder 11"/>
          <p:cNvSpPr>
            <a:spLocks noGrp="1"/>
          </p:cNvSpPr>
          <p:nvPr>
            <p:ph type="body" sz="quarter" idx="13" hasCustomPrompt="1"/>
          </p:nvPr>
        </p:nvSpPr>
        <p:spPr>
          <a:xfrm>
            <a:off x="4791076" y="4413143"/>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5" name="Text Placeholder 11"/>
          <p:cNvSpPr>
            <a:spLocks noGrp="1"/>
          </p:cNvSpPr>
          <p:nvPr>
            <p:ph type="body" sz="quarter" idx="16" hasCustomPrompt="1"/>
          </p:nvPr>
        </p:nvSpPr>
        <p:spPr>
          <a:xfrm>
            <a:off x="253293" y="4413143"/>
            <a:ext cx="409487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5" name="Content Placeholder 4"/>
          <p:cNvSpPr>
            <a:spLocks noGrp="1"/>
          </p:cNvSpPr>
          <p:nvPr>
            <p:ph sz="quarter" idx="24"/>
          </p:nvPr>
        </p:nvSpPr>
        <p:spPr>
          <a:xfrm>
            <a:off x="246633" y="1198258"/>
            <a:ext cx="8644953" cy="138619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25"/>
          </p:nvPr>
        </p:nvSpPr>
        <p:spPr>
          <a:xfrm>
            <a:off x="248530" y="2907433"/>
            <a:ext cx="4094871"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Content Placeholder 13"/>
          <p:cNvSpPr>
            <a:spLocks noGrp="1"/>
          </p:cNvSpPr>
          <p:nvPr>
            <p:ph sz="quarter" idx="26"/>
          </p:nvPr>
        </p:nvSpPr>
        <p:spPr>
          <a:xfrm>
            <a:off x="4791076" y="2907433"/>
            <a:ext cx="4100514"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289325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94639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column compariso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cxnSp>
        <p:nvCxnSpPr>
          <p:cNvPr id="16" name="Straight Connector 15"/>
          <p:cNvCxnSpPr/>
          <p:nvPr userDrawn="1"/>
        </p:nvCxnSpPr>
        <p:spPr>
          <a:xfrm>
            <a:off x="3085663"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6076301"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52504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column stacked">
    <p:spTree>
      <p:nvGrpSpPr>
        <p:cNvPr id="1" name=""/>
        <p:cNvGrpSpPr/>
        <p:nvPr/>
      </p:nvGrpSpPr>
      <p:grpSpPr>
        <a:xfrm>
          <a:off x="0" y="0"/>
          <a:ext cx="0" cy="0"/>
          <a:chOff x="0" y="0"/>
          <a:chExt cx="0" cy="0"/>
        </a:xfrm>
      </p:grpSpPr>
      <p:sp>
        <p:nvSpPr>
          <p:cNvPr id="5" name="Content Placeholder 4"/>
          <p:cNvSpPr>
            <a:spLocks noGrp="1"/>
          </p:cNvSpPr>
          <p:nvPr>
            <p:ph sz="quarter" idx="32"/>
          </p:nvPr>
        </p:nvSpPr>
        <p:spPr>
          <a:xfrm>
            <a:off x="252413" y="1203327"/>
            <a:ext cx="8639175" cy="1381124"/>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33"/>
          </p:nvPr>
        </p:nvSpPr>
        <p:spPr>
          <a:xfrm>
            <a:off x="252413" y="2872039"/>
            <a:ext cx="2683481"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34"/>
          </p:nvPr>
        </p:nvSpPr>
        <p:spPr>
          <a:xfrm>
            <a:off x="3232554"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Content Placeholder 18"/>
          <p:cNvSpPr>
            <a:spLocks noGrp="1"/>
          </p:cNvSpPr>
          <p:nvPr>
            <p:ph sz="quarter" idx="35"/>
          </p:nvPr>
        </p:nvSpPr>
        <p:spPr>
          <a:xfrm>
            <a:off x="6192838"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11"/>
          <p:cNvSpPr>
            <a:spLocks noGrp="1"/>
          </p:cNvSpPr>
          <p:nvPr>
            <p:ph type="body" sz="quarter" idx="18" hasCustomPrompt="1"/>
          </p:nvPr>
        </p:nvSpPr>
        <p:spPr>
          <a:xfrm>
            <a:off x="258056" y="2630753"/>
            <a:ext cx="863353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4" name="Text Placeholder 11"/>
          <p:cNvSpPr>
            <a:spLocks noGrp="1"/>
          </p:cNvSpPr>
          <p:nvPr>
            <p:ph type="body" sz="quarter" idx="13" hasCustomPrompt="1"/>
          </p:nvPr>
        </p:nvSpPr>
        <p:spPr>
          <a:xfrm>
            <a:off x="252414" y="4376263"/>
            <a:ext cx="268348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6" name="Text Placeholder 11"/>
          <p:cNvSpPr>
            <a:spLocks noGrp="1"/>
          </p:cNvSpPr>
          <p:nvPr>
            <p:ph type="body" sz="quarter" idx="21" hasCustomPrompt="1"/>
          </p:nvPr>
        </p:nvSpPr>
        <p:spPr>
          <a:xfrm>
            <a:off x="6192838"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4" hasCustomPrompt="1"/>
          </p:nvPr>
        </p:nvSpPr>
        <p:spPr>
          <a:xfrm>
            <a:off x="3232554"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1" name="Text Placeholder 11"/>
          <p:cNvSpPr>
            <a:spLocks noGrp="1"/>
          </p:cNvSpPr>
          <p:nvPr>
            <p:ph type="body" sz="quarter" idx="36"/>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22" name="Text Placeholder 13"/>
          <p:cNvSpPr>
            <a:spLocks noGrp="1"/>
          </p:cNvSpPr>
          <p:nvPr>
            <p:ph type="body" sz="quarter" idx="37"/>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8049405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orizontal Split">
    <p:spTree>
      <p:nvGrpSpPr>
        <p:cNvPr id="1" name=""/>
        <p:cNvGrpSpPr/>
        <p:nvPr/>
      </p:nvGrpSpPr>
      <p:grpSpPr>
        <a:xfrm>
          <a:off x="0" y="0"/>
          <a:ext cx="0" cy="0"/>
          <a:chOff x="0" y="0"/>
          <a:chExt cx="0" cy="0"/>
        </a:xfrm>
      </p:grpSpPr>
      <p:sp>
        <p:nvSpPr>
          <p:cNvPr id="21" name="Rectangle 20"/>
          <p:cNvSpPr/>
          <p:nvPr userDrawn="1"/>
        </p:nvSpPr>
        <p:spPr>
          <a:xfrm>
            <a:off x="0" y="1"/>
            <a:ext cx="9144000" cy="12761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
        <p:nvSpPr>
          <p:cNvPr id="5" name="Content Placeholder 4"/>
          <p:cNvSpPr>
            <a:spLocks noGrp="1"/>
          </p:cNvSpPr>
          <p:nvPr>
            <p:ph sz="quarter" idx="32"/>
          </p:nvPr>
        </p:nvSpPr>
        <p:spPr>
          <a:xfrm>
            <a:off x="252413" y="1735871"/>
            <a:ext cx="8639175" cy="264404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2" name="Rectangle 21"/>
          <p:cNvSpPr/>
          <p:nvPr userDrawn="1"/>
        </p:nvSpPr>
        <p:spPr>
          <a:xfrm>
            <a:off x="0" y="1105320"/>
            <a:ext cx="9144000" cy="371789"/>
          </a:xfrm>
          <a:prstGeom prst="rect">
            <a:avLst/>
          </a:prstGeom>
          <a:solidFill>
            <a:schemeClr val="bg2">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dirty="0"/>
          </a:p>
        </p:txBody>
      </p:sp>
      <p:sp>
        <p:nvSpPr>
          <p:cNvPr id="15" name="Text Placeholder 11"/>
          <p:cNvSpPr>
            <a:spLocks noGrp="1"/>
          </p:cNvSpPr>
          <p:nvPr>
            <p:ph type="body" sz="quarter" idx="33"/>
          </p:nvPr>
        </p:nvSpPr>
        <p:spPr>
          <a:xfrm>
            <a:off x="252413" y="230187"/>
            <a:ext cx="8647112" cy="369332"/>
          </a:xfrm>
        </p:spPr>
        <p:txBody>
          <a:bodyPr>
            <a:noAutofit/>
          </a:bodyPr>
          <a:lstStyle>
            <a:lvl1pPr>
              <a:buFontTx/>
              <a:buNone/>
              <a:defRPr sz="2400">
                <a:solidFill>
                  <a:schemeClr val="bg1"/>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6" name="Text Placeholder 13"/>
          <p:cNvSpPr>
            <a:spLocks noGrp="1"/>
          </p:cNvSpPr>
          <p:nvPr>
            <p:ph type="body" sz="quarter" idx="34"/>
          </p:nvPr>
        </p:nvSpPr>
        <p:spPr>
          <a:xfrm>
            <a:off x="252413" y="683366"/>
            <a:ext cx="8647112" cy="253916"/>
          </a:xfrm>
        </p:spPr>
        <p:txBody>
          <a:bodyPr>
            <a:noAutofit/>
          </a:bodyPr>
          <a:lstStyle>
            <a:lvl1pPr marL="358762" indent="-342888">
              <a:buFontTx/>
              <a:buNone/>
              <a:defRPr sz="1600">
                <a:solidFill>
                  <a:schemeClr val="bg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6740662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slide ">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Tree>
    <p:extLst>
      <p:ext uri="{BB962C8B-B14F-4D97-AF65-F5344CB8AC3E}">
        <p14:creationId xmlns:p14="http://schemas.microsoft.com/office/powerpoint/2010/main" val="2920386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One-column">
    <p:spTree>
      <p:nvGrpSpPr>
        <p:cNvPr id="1" name=""/>
        <p:cNvGrpSpPr/>
        <p:nvPr/>
      </p:nvGrpSpPr>
      <p:grpSpPr>
        <a:xfrm>
          <a:off x="0" y="0"/>
          <a:ext cx="0" cy="0"/>
          <a:chOff x="0" y="0"/>
          <a:chExt cx="0" cy="0"/>
        </a:xfrm>
      </p:grpSpPr>
      <p:sp>
        <p:nvSpPr>
          <p:cNvPr id="17" name="Title 1"/>
          <p:cNvSpPr>
            <a:spLocks noGrp="1"/>
          </p:cNvSpPr>
          <p:nvPr>
            <p:ph type="title" hasCustomPrompt="1"/>
          </p:nvPr>
        </p:nvSpPr>
        <p:spPr>
          <a:xfrm>
            <a:off x="258061" y="230188"/>
            <a:ext cx="8633531" cy="311624"/>
          </a:xfrm>
        </p:spPr>
        <p:txBody>
          <a:bodyPr>
            <a:spAutoFit/>
          </a:bodyPr>
          <a:lstStyle>
            <a:lvl1pPr>
              <a:defRPr sz="2000"/>
            </a:lvl1pPr>
          </a:lstStyle>
          <a:p>
            <a:r>
              <a:rPr lang="en-US" dirty="0"/>
              <a:t>Click To Edit Master Title Style</a:t>
            </a:r>
          </a:p>
        </p:txBody>
      </p:sp>
      <p:sp>
        <p:nvSpPr>
          <p:cNvPr id="20" name="Text Placeholder 11"/>
          <p:cNvSpPr>
            <a:spLocks noGrp="1"/>
          </p:cNvSpPr>
          <p:nvPr>
            <p:ph type="body" sz="quarter" idx="13" hasCustomPrompt="1"/>
          </p:nvPr>
        </p:nvSpPr>
        <p:spPr>
          <a:xfrm>
            <a:off x="252416" y="4062456"/>
            <a:ext cx="5580061" cy="126958"/>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caption goes here</a:t>
            </a:r>
          </a:p>
        </p:txBody>
      </p:sp>
      <p:sp>
        <p:nvSpPr>
          <p:cNvPr id="23" name="Text Placeholder 2"/>
          <p:cNvSpPr>
            <a:spLocks noGrp="1"/>
          </p:cNvSpPr>
          <p:nvPr>
            <p:ph type="body" idx="15" hasCustomPrompt="1"/>
          </p:nvPr>
        </p:nvSpPr>
        <p:spPr>
          <a:xfrm>
            <a:off x="258060" y="604936"/>
            <a:ext cx="8633531" cy="173124"/>
          </a:xfrm>
          <a:prstGeom prst="rect">
            <a:avLst/>
          </a:prstGeom>
        </p:spPr>
        <p:txBody>
          <a:bodyPr lIns="0" tIns="0" rIns="0" bIns="0" anchor="t">
            <a:spAutoFit/>
          </a:bodyPr>
          <a:lstStyle>
            <a:lvl1pPr marL="0" indent="0">
              <a:spcBef>
                <a:spcPts val="0"/>
              </a:spcBef>
              <a:spcAft>
                <a:spcPts val="0"/>
              </a:spcAft>
              <a:buNone/>
              <a:defRPr sz="1100" b="0" baseline="0">
                <a:solidFill>
                  <a:schemeClr val="accent6"/>
                </a:solidFill>
              </a:defRPr>
            </a:lvl1pPr>
            <a:lvl2pPr marL="457112" indent="0">
              <a:buNone/>
              <a:defRPr sz="2000" b="1"/>
            </a:lvl2pPr>
            <a:lvl3pPr marL="914225" indent="0">
              <a:buNone/>
              <a:defRPr sz="1800" b="1"/>
            </a:lvl3pPr>
            <a:lvl4pPr marL="1371338" indent="0">
              <a:buNone/>
              <a:defRPr sz="1600" b="1"/>
            </a:lvl4pPr>
            <a:lvl5pPr marL="1828451" indent="0">
              <a:buNone/>
              <a:defRPr sz="1600" b="1"/>
            </a:lvl5pPr>
            <a:lvl6pPr marL="2285561" indent="0">
              <a:buNone/>
              <a:defRPr sz="1600" b="1"/>
            </a:lvl6pPr>
            <a:lvl7pPr marL="2742676" indent="0">
              <a:buNone/>
              <a:defRPr sz="1600" b="1"/>
            </a:lvl7pPr>
            <a:lvl8pPr marL="3199786" indent="0">
              <a:buNone/>
              <a:defRPr sz="1600" b="1"/>
            </a:lvl8pPr>
            <a:lvl9pPr marL="3656899" indent="0">
              <a:buNone/>
              <a:defRPr sz="1600" b="1"/>
            </a:lvl9pPr>
          </a:lstStyle>
          <a:p>
            <a:pPr lvl="0"/>
            <a:r>
              <a:rPr lang="en-US" dirty="0"/>
              <a:t>Click To Edit Master Text Styles</a:t>
            </a:r>
          </a:p>
        </p:txBody>
      </p:sp>
      <p:sp>
        <p:nvSpPr>
          <p:cNvPr id="4" name="Content Placeholder 3"/>
          <p:cNvSpPr>
            <a:spLocks noGrp="1"/>
          </p:cNvSpPr>
          <p:nvPr>
            <p:ph sz="quarter" idx="17"/>
          </p:nvPr>
        </p:nvSpPr>
        <p:spPr>
          <a:xfrm>
            <a:off x="252414" y="1203329"/>
            <a:ext cx="5580062" cy="1461939"/>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2" y="4857160"/>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solidFill>
                  <a:srgbClr val="3DCD58"/>
                </a:solidFill>
              </a:rPr>
              <a:t>Page </a:t>
            </a:r>
            <a:fld id="{5A9C12DC-491F-9444-86A2-13AC5C62A2FC}" type="slidenum">
              <a:rPr lang="en-US" smtClean="0">
                <a:solidFill>
                  <a:srgbClr val="3DCD58"/>
                </a:solidFill>
              </a:rPr>
              <a:pPr/>
              <a:t>‹#›</a:t>
            </a:fld>
            <a:endParaRPr lang="en-US" dirty="0">
              <a:solidFill>
                <a:srgbClr val="3DCD58"/>
              </a:solidFill>
            </a:endParaRPr>
          </a:p>
        </p:txBody>
      </p:sp>
      <p:sp>
        <p:nvSpPr>
          <p:cNvPr id="10" name="Footer Placeholder 4"/>
          <p:cNvSpPr>
            <a:spLocks noGrp="1"/>
          </p:cNvSpPr>
          <p:nvPr>
            <p:ph type="ftr" sz="quarter" idx="3"/>
          </p:nvPr>
        </p:nvSpPr>
        <p:spPr>
          <a:xfrm>
            <a:off x="252415" y="4857159"/>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solidFill>
                  <a:srgbClr val="626469"/>
                </a:solidFill>
              </a:rPr>
              <a:t>Confidential Property of Schneider Electric |</a:t>
            </a:r>
          </a:p>
        </p:txBody>
      </p:sp>
    </p:spTree>
    <p:extLst>
      <p:ext uri="{BB962C8B-B14F-4D97-AF65-F5344CB8AC3E}">
        <p14:creationId xmlns:p14="http://schemas.microsoft.com/office/powerpoint/2010/main" val="8613956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857502" y="2179832"/>
            <a:ext cx="3443488" cy="780997"/>
          </a:xfrm>
          <a:prstGeom prst="rect">
            <a:avLst/>
          </a:prstGeom>
        </p:spPr>
      </p:pic>
    </p:spTree>
    <p:extLst>
      <p:ext uri="{BB962C8B-B14F-4D97-AF65-F5344CB8AC3E}">
        <p14:creationId xmlns:p14="http://schemas.microsoft.com/office/powerpoint/2010/main" val="3580415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8057" y="301757"/>
            <a:ext cx="8633531" cy="369332"/>
          </a:xfrm>
          <a:prstGeom prst="rect">
            <a:avLst/>
          </a:prstGeom>
        </p:spPr>
        <p:txBody>
          <a:bodyPr lIns="0" tIns="0" rIns="0" bIns="0" anchor="ctr" anchorCtr="0">
            <a:noAutofit/>
          </a:bodyPr>
          <a:lstStyle>
            <a:lvl1pPr algn="l">
              <a:defRPr sz="2399" b="1" baseline="0">
                <a:solidFill>
                  <a:schemeClr val="tx2"/>
                </a:solidFill>
              </a:defRPr>
            </a:lvl1pPr>
          </a:lstStyle>
          <a:p>
            <a:r>
              <a:rPr lang="en-US" dirty="0"/>
              <a:t>Click To Edit Section Title</a:t>
            </a:r>
          </a:p>
        </p:txBody>
      </p:sp>
      <p:sp>
        <p:nvSpPr>
          <p:cNvPr id="8" name="Text Placeholder 9"/>
          <p:cNvSpPr>
            <a:spLocks noGrp="1"/>
          </p:cNvSpPr>
          <p:nvPr>
            <p:ph type="body" sz="quarter" idx="11" hasCustomPrompt="1"/>
          </p:nvPr>
        </p:nvSpPr>
        <p:spPr>
          <a:xfrm>
            <a:off x="258057" y="761101"/>
            <a:ext cx="8633531" cy="215444"/>
          </a:xfrm>
          <a:prstGeom prst="rect">
            <a:avLst/>
          </a:prstGeom>
        </p:spPr>
        <p:txBody>
          <a:bodyPr lIns="0" tIns="0" rIns="0" bIns="0" anchor="ctr" anchorCtr="0">
            <a:noAutofit/>
          </a:bodyPr>
          <a:lstStyle>
            <a:lvl1pPr marL="0" indent="0">
              <a:buNone/>
              <a:defRPr sz="1400" baseline="0">
                <a:solidFill>
                  <a:schemeClr val="accent1"/>
                </a:solidFill>
              </a:defRPr>
            </a:lvl1pPr>
          </a:lstStyle>
          <a:p>
            <a:pPr lvl="0"/>
            <a:r>
              <a:rPr lang="en-US" dirty="0"/>
              <a:t>Click To Edit Optional Subtitle</a:t>
            </a:r>
          </a:p>
        </p:txBody>
      </p:sp>
      <p:sp>
        <p:nvSpPr>
          <p:cNvPr id="13" name="Slide Number Placeholder 5"/>
          <p:cNvSpPr>
            <a:spLocks noGrp="1"/>
          </p:cNvSpPr>
          <p:nvPr>
            <p:ph type="sldNum" sz="quarter" idx="4"/>
          </p:nvPr>
        </p:nvSpPr>
        <p:spPr>
          <a:xfrm>
            <a:off x="1747892" y="4857156"/>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4"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userDrawn="1"/>
        </p:nvPicPr>
        <p:blipFill>
          <a:blip r:embed="rId2" cstate="print"/>
          <a:stretch>
            <a:fillRect/>
          </a:stretch>
        </p:blipFill>
        <p:spPr>
          <a:xfrm>
            <a:off x="7067034" y="4494997"/>
            <a:ext cx="2041798" cy="562953"/>
          </a:xfrm>
          <a:prstGeom prst="rect">
            <a:avLst/>
          </a:prstGeom>
        </p:spPr>
      </p:pic>
    </p:spTree>
    <p:extLst>
      <p:ext uri="{BB962C8B-B14F-4D97-AF65-F5344CB8AC3E}">
        <p14:creationId xmlns:p14="http://schemas.microsoft.com/office/powerpoint/2010/main" val="21698261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One-column w/ callout">
    <p:spTree>
      <p:nvGrpSpPr>
        <p:cNvPr id="1" name=""/>
        <p:cNvGrpSpPr/>
        <p:nvPr/>
      </p:nvGrpSpPr>
      <p:grpSpPr>
        <a:xfrm>
          <a:off x="0" y="0"/>
          <a:ext cx="0" cy="0"/>
          <a:chOff x="0" y="0"/>
          <a:chExt cx="0" cy="0"/>
        </a:xfrm>
      </p:grpSpPr>
      <p:sp>
        <p:nvSpPr>
          <p:cNvPr id="15" name="Text Placeholder 11"/>
          <p:cNvSpPr>
            <a:spLocks noGrp="1"/>
          </p:cNvSpPr>
          <p:nvPr>
            <p:ph type="body" sz="quarter" idx="13" hasCustomPrompt="1"/>
          </p:nvPr>
        </p:nvSpPr>
        <p:spPr>
          <a:xfrm>
            <a:off x="6192839" y="4066302"/>
            <a:ext cx="269875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caption to the chart goes here</a:t>
            </a:r>
          </a:p>
        </p:txBody>
      </p:sp>
      <p:cxnSp>
        <p:nvCxnSpPr>
          <p:cNvPr id="9" name="Straight Connector 8"/>
          <p:cNvCxnSpPr/>
          <p:nvPr userDrawn="1"/>
        </p:nvCxnSpPr>
        <p:spPr>
          <a:xfrm>
            <a:off x="6014065"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3" name="Text Placeholder 11"/>
          <p:cNvSpPr>
            <a:spLocks noGrp="1"/>
          </p:cNvSpPr>
          <p:nvPr>
            <p:ph type="body" sz="quarter" idx="16" hasCustomPrompt="1"/>
          </p:nvPr>
        </p:nvSpPr>
        <p:spPr>
          <a:xfrm>
            <a:off x="258055" y="4066302"/>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18"/>
          </p:nvPr>
        </p:nvSpPr>
        <p:spPr>
          <a:xfrm>
            <a:off x="258054" y="1202024"/>
            <a:ext cx="5574419" cy="230009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6192838" y="1201738"/>
            <a:ext cx="2698750" cy="2287696"/>
          </a:xfrm>
        </p:spPr>
        <p:txBody>
          <a:bodyPr>
            <a:noAutofit/>
          </a:bodyPr>
          <a:lstStyle>
            <a:lvl1pPr>
              <a:defRPr sz="1200"/>
            </a:lvl1pPr>
            <a:lvl2pPr>
              <a:defRPr sz="1100"/>
            </a:lvl2pPr>
            <a:lvl3pPr>
              <a:defRPr sz="1000"/>
            </a:lvl3pPr>
            <a:lvl4pPr>
              <a:defRPr sz="10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2"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3658064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Content Placeholder 2"/>
          <p:cNvSpPr>
            <a:spLocks noGrp="1"/>
          </p:cNvSpPr>
          <p:nvPr>
            <p:ph sz="quarter" idx="31"/>
          </p:nvPr>
        </p:nvSpPr>
        <p:spPr>
          <a:xfrm>
            <a:off x="258055" y="1203325"/>
            <a:ext cx="8679570" cy="3176589"/>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4"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1018400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One-column">
    <p:spTree>
      <p:nvGrpSpPr>
        <p:cNvPr id="1" name=""/>
        <p:cNvGrpSpPr/>
        <p:nvPr/>
      </p:nvGrpSpPr>
      <p:grpSpPr>
        <a:xfrm>
          <a:off x="0" y="0"/>
          <a:ext cx="0" cy="0"/>
          <a:chOff x="0" y="0"/>
          <a:chExt cx="0" cy="0"/>
        </a:xfrm>
      </p:grpSpPr>
      <p:sp>
        <p:nvSpPr>
          <p:cNvPr id="20" name="Text Placeholder 11"/>
          <p:cNvSpPr>
            <a:spLocks noGrp="1"/>
          </p:cNvSpPr>
          <p:nvPr>
            <p:ph type="body" sz="quarter" idx="13" hasCustomPrompt="1"/>
          </p:nvPr>
        </p:nvSpPr>
        <p:spPr>
          <a:xfrm>
            <a:off x="252414" y="4066302"/>
            <a:ext cx="558006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4" name="Content Placeholder 3"/>
          <p:cNvSpPr>
            <a:spLocks noGrp="1"/>
          </p:cNvSpPr>
          <p:nvPr>
            <p:ph sz="quarter" idx="17"/>
          </p:nvPr>
        </p:nvSpPr>
        <p:spPr>
          <a:xfrm>
            <a:off x="252413" y="1203326"/>
            <a:ext cx="5580062" cy="271703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8" name="Text Placeholder 11"/>
          <p:cNvSpPr>
            <a:spLocks noGrp="1"/>
          </p:cNvSpPr>
          <p:nvPr>
            <p:ph type="body" sz="quarter" idx="32"/>
          </p:nvPr>
        </p:nvSpPr>
        <p:spPr>
          <a:xfrm>
            <a:off x="252413" y="230187"/>
            <a:ext cx="8647112" cy="369332"/>
          </a:xfrm>
        </p:spPr>
        <p:txBody>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1" name="Text Placeholder 13"/>
          <p:cNvSpPr>
            <a:spLocks noGrp="1"/>
          </p:cNvSpPr>
          <p:nvPr>
            <p:ph type="body" sz="quarter" idx="33"/>
          </p:nvPr>
        </p:nvSpPr>
        <p:spPr>
          <a:xfrm>
            <a:off x="252413" y="683366"/>
            <a:ext cx="8647112" cy="253916"/>
          </a:xfrm>
        </p:spPr>
        <p:txBody>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3189580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ne-column stacked">
    <p:spTree>
      <p:nvGrpSpPr>
        <p:cNvPr id="1" name=""/>
        <p:cNvGrpSpPr/>
        <p:nvPr/>
      </p:nvGrpSpPr>
      <p:grpSpPr>
        <a:xfrm>
          <a:off x="0" y="0"/>
          <a:ext cx="0" cy="0"/>
          <a:chOff x="0" y="0"/>
          <a:chExt cx="0" cy="0"/>
        </a:xfrm>
      </p:grpSpPr>
      <p:sp>
        <p:nvSpPr>
          <p:cNvPr id="11" name="Content Placeholder 5"/>
          <p:cNvSpPr>
            <a:spLocks noGrp="1"/>
          </p:cNvSpPr>
          <p:nvPr>
            <p:ph sz="quarter" idx="34"/>
          </p:nvPr>
        </p:nvSpPr>
        <p:spPr>
          <a:xfrm>
            <a:off x="247390" y="3037460"/>
            <a:ext cx="5574419" cy="147147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p:cNvSpPr>
            <a:spLocks noGrp="1"/>
          </p:cNvSpPr>
          <p:nvPr>
            <p:ph type="body" sz="quarter" idx="16" hasCustomPrompt="1"/>
          </p:nvPr>
        </p:nvSpPr>
        <p:spPr>
          <a:xfrm>
            <a:off x="252414" y="2674811"/>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0" hasCustomPrompt="1"/>
          </p:nvPr>
        </p:nvSpPr>
        <p:spPr>
          <a:xfrm>
            <a:off x="258057" y="4569743"/>
            <a:ext cx="557441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6" name="Content Placeholder 5"/>
          <p:cNvSpPr>
            <a:spLocks noGrp="1"/>
          </p:cNvSpPr>
          <p:nvPr>
            <p:ph sz="quarter" idx="23"/>
          </p:nvPr>
        </p:nvSpPr>
        <p:spPr>
          <a:xfrm>
            <a:off x="248010" y="1213547"/>
            <a:ext cx="5574419" cy="1370903"/>
          </a:xfrm>
        </p:spPr>
        <p:txBody>
          <a:bodyPr>
            <a:noAutofit/>
          </a:bodyPr>
          <a:lstStyle>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4"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61527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wo-column">
    <p:spTree>
      <p:nvGrpSpPr>
        <p:cNvPr id="1" name=""/>
        <p:cNvGrpSpPr/>
        <p:nvPr/>
      </p:nvGrpSpPr>
      <p:grpSpPr>
        <a:xfrm>
          <a:off x="0" y="0"/>
          <a:ext cx="0" cy="0"/>
          <a:chOff x="0" y="0"/>
          <a:chExt cx="0" cy="0"/>
        </a:xfrm>
      </p:grpSpPr>
      <p:sp>
        <p:nvSpPr>
          <p:cNvPr id="14" name="Content Placeholder 2"/>
          <p:cNvSpPr>
            <a:spLocks noGrp="1"/>
          </p:cNvSpPr>
          <p:nvPr>
            <p:ph sz="quarter" idx="24"/>
          </p:nvPr>
        </p:nvSpPr>
        <p:spPr>
          <a:xfrm>
            <a:off x="4764969" y="1203325"/>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8" name="Text Placeholder 11"/>
          <p:cNvSpPr>
            <a:spLocks noGrp="1"/>
          </p:cNvSpPr>
          <p:nvPr>
            <p:ph type="body" sz="quarter" idx="15" hasCustomPrompt="1"/>
          </p:nvPr>
        </p:nvSpPr>
        <p:spPr>
          <a:xfrm>
            <a:off x="252414" y="4066302"/>
            <a:ext cx="4178298"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22"/>
          </p:nvPr>
        </p:nvSpPr>
        <p:spPr>
          <a:xfrm>
            <a:off x="247547" y="1209296"/>
            <a:ext cx="4172656" cy="271106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1"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346714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wo-column comparison">
    <p:spTree>
      <p:nvGrpSpPr>
        <p:cNvPr id="1" name=""/>
        <p:cNvGrpSpPr/>
        <p:nvPr/>
      </p:nvGrpSpPr>
      <p:grpSpPr>
        <a:xfrm>
          <a:off x="0" y="0"/>
          <a:ext cx="0" cy="0"/>
          <a:chOff x="0" y="0"/>
          <a:chExt cx="0" cy="0"/>
        </a:xfrm>
      </p:grpSpPr>
      <p:sp>
        <p:nvSpPr>
          <p:cNvPr id="16" name="Content Placeholder 2"/>
          <p:cNvSpPr>
            <a:spLocks noGrp="1"/>
          </p:cNvSpPr>
          <p:nvPr>
            <p:ph sz="quarter" idx="22"/>
          </p:nvPr>
        </p:nvSpPr>
        <p:spPr>
          <a:xfrm>
            <a:off x="4764969" y="1203326"/>
            <a:ext cx="4172656"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3" hasCustomPrompt="1"/>
          </p:nvPr>
        </p:nvSpPr>
        <p:spPr>
          <a:xfrm>
            <a:off x="4791076" y="4066302"/>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2" name="Text Placeholder 11"/>
          <p:cNvSpPr>
            <a:spLocks noGrp="1"/>
          </p:cNvSpPr>
          <p:nvPr>
            <p:ph type="body" sz="quarter" idx="15" hasCustomPrompt="1"/>
          </p:nvPr>
        </p:nvSpPr>
        <p:spPr>
          <a:xfrm>
            <a:off x="252414" y="4066302"/>
            <a:ext cx="4178299"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cxnSp>
        <p:nvCxnSpPr>
          <p:cNvPr id="13" name="Straight Connector 12"/>
          <p:cNvCxnSpPr/>
          <p:nvPr userDrawn="1"/>
        </p:nvCxnSpPr>
        <p:spPr>
          <a:xfrm>
            <a:off x="4549718"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quarter" idx="20"/>
          </p:nvPr>
        </p:nvSpPr>
        <p:spPr>
          <a:xfrm>
            <a:off x="241903" y="1203327"/>
            <a:ext cx="4178299" cy="273805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5"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25248291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wo-column stacked">
    <p:spTree>
      <p:nvGrpSpPr>
        <p:cNvPr id="1" name=""/>
        <p:cNvGrpSpPr/>
        <p:nvPr/>
      </p:nvGrpSpPr>
      <p:grpSpPr>
        <a:xfrm>
          <a:off x="0" y="0"/>
          <a:ext cx="0" cy="0"/>
          <a:chOff x="0" y="0"/>
          <a:chExt cx="0" cy="0"/>
        </a:xfrm>
      </p:grpSpPr>
      <p:sp>
        <p:nvSpPr>
          <p:cNvPr id="6" name="Text Placeholder 11"/>
          <p:cNvSpPr>
            <a:spLocks noGrp="1"/>
          </p:cNvSpPr>
          <p:nvPr>
            <p:ph type="body" sz="quarter" idx="18" hasCustomPrompt="1"/>
          </p:nvPr>
        </p:nvSpPr>
        <p:spPr>
          <a:xfrm>
            <a:off x="248530" y="2698483"/>
            <a:ext cx="8633531" cy="123111"/>
          </a:xfrm>
          <a:prstGeom prst="rect">
            <a:avLst/>
          </a:prstGeom>
        </p:spPr>
        <p:txBody>
          <a:bodyPr lIns="0" tIns="0" rIns="0" bIns="0" anchor="b" anchorCtr="0">
            <a:spAutoFit/>
          </a:bodyPr>
          <a:lstStyle>
            <a:lvl1pPr marL="15874" indent="0">
              <a:buNone/>
              <a:defRPr sz="800" baseline="0">
                <a:solidFill>
                  <a:srgbClr val="8E8F93"/>
                </a:solidFill>
              </a:defRPr>
            </a:lvl1pPr>
          </a:lstStyle>
          <a:p>
            <a:pPr lvl="0"/>
            <a:r>
              <a:rPr lang="en-US" dirty="0"/>
              <a:t>Optional description / context goes here</a:t>
            </a:r>
          </a:p>
        </p:txBody>
      </p:sp>
      <p:sp>
        <p:nvSpPr>
          <p:cNvPr id="11" name="Text Placeholder 11"/>
          <p:cNvSpPr>
            <a:spLocks noGrp="1"/>
          </p:cNvSpPr>
          <p:nvPr>
            <p:ph type="body" sz="quarter" idx="13" hasCustomPrompt="1"/>
          </p:nvPr>
        </p:nvSpPr>
        <p:spPr>
          <a:xfrm>
            <a:off x="4791076" y="4413143"/>
            <a:ext cx="4100514"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5" name="Text Placeholder 11"/>
          <p:cNvSpPr>
            <a:spLocks noGrp="1"/>
          </p:cNvSpPr>
          <p:nvPr>
            <p:ph type="body" sz="quarter" idx="16" hasCustomPrompt="1"/>
          </p:nvPr>
        </p:nvSpPr>
        <p:spPr>
          <a:xfrm>
            <a:off x="253293" y="4413143"/>
            <a:ext cx="409487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5" name="Content Placeholder 4"/>
          <p:cNvSpPr>
            <a:spLocks noGrp="1"/>
          </p:cNvSpPr>
          <p:nvPr>
            <p:ph sz="quarter" idx="24"/>
          </p:nvPr>
        </p:nvSpPr>
        <p:spPr>
          <a:xfrm>
            <a:off x="246633" y="1198258"/>
            <a:ext cx="8644953" cy="1386193"/>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25"/>
          </p:nvPr>
        </p:nvSpPr>
        <p:spPr>
          <a:xfrm>
            <a:off x="248530" y="2907433"/>
            <a:ext cx="4094871"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Content Placeholder 13"/>
          <p:cNvSpPr>
            <a:spLocks noGrp="1"/>
          </p:cNvSpPr>
          <p:nvPr>
            <p:ph sz="quarter" idx="26"/>
          </p:nvPr>
        </p:nvSpPr>
        <p:spPr>
          <a:xfrm>
            <a:off x="4791076" y="2907433"/>
            <a:ext cx="4100514" cy="147248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6"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7" name="Text Placeholder 11"/>
          <p:cNvSpPr>
            <a:spLocks noGrp="1"/>
          </p:cNvSpPr>
          <p:nvPr>
            <p:ph type="body" sz="quarter" idx="32"/>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8" name="Text Placeholder 13"/>
          <p:cNvSpPr>
            <a:spLocks noGrp="1"/>
          </p:cNvSpPr>
          <p:nvPr>
            <p:ph type="body" sz="quarter" idx="33"/>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8764739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ree colum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32833200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ree-column comparison">
    <p:spTree>
      <p:nvGrpSpPr>
        <p:cNvPr id="1" name=""/>
        <p:cNvGrpSpPr/>
        <p:nvPr/>
      </p:nvGrpSpPr>
      <p:grpSpPr>
        <a:xfrm>
          <a:off x="0" y="0"/>
          <a:ext cx="0" cy="0"/>
          <a:chOff x="0" y="0"/>
          <a:chExt cx="0" cy="0"/>
        </a:xfrm>
      </p:grpSpPr>
      <p:sp>
        <p:nvSpPr>
          <p:cNvPr id="9" name="Text Placeholder 11"/>
          <p:cNvSpPr>
            <a:spLocks noGrp="1"/>
          </p:cNvSpPr>
          <p:nvPr>
            <p:ph type="body" sz="quarter" idx="13" hasCustomPrompt="1"/>
          </p:nvPr>
        </p:nvSpPr>
        <p:spPr>
          <a:xfrm>
            <a:off x="252414" y="4066302"/>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6" name="Text Placeholder 11"/>
          <p:cNvSpPr>
            <a:spLocks noGrp="1"/>
          </p:cNvSpPr>
          <p:nvPr>
            <p:ph type="body" sz="quarter" idx="21" hasCustomPrompt="1"/>
          </p:nvPr>
        </p:nvSpPr>
        <p:spPr>
          <a:xfrm>
            <a:off x="6192839" y="4066302"/>
            <a:ext cx="2744787"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29" name="Text Placeholder 11"/>
          <p:cNvSpPr>
            <a:spLocks noGrp="1"/>
          </p:cNvSpPr>
          <p:nvPr>
            <p:ph type="body" sz="quarter" idx="24" hasCustomPrompt="1"/>
          </p:nvPr>
        </p:nvSpPr>
        <p:spPr>
          <a:xfrm>
            <a:off x="3232555" y="4066302"/>
            <a:ext cx="2717870"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3" name="Content Placeholder 2"/>
          <p:cNvSpPr>
            <a:spLocks noGrp="1"/>
          </p:cNvSpPr>
          <p:nvPr>
            <p:ph sz="quarter" idx="32"/>
          </p:nvPr>
        </p:nvSpPr>
        <p:spPr>
          <a:xfrm>
            <a:off x="252415" y="1192753"/>
            <a:ext cx="2698748" cy="2666729"/>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33"/>
          </p:nvPr>
        </p:nvSpPr>
        <p:spPr>
          <a:xfrm>
            <a:off x="3232555" y="1192753"/>
            <a:ext cx="2717870"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34"/>
          </p:nvPr>
        </p:nvSpPr>
        <p:spPr>
          <a:xfrm>
            <a:off x="6192839" y="1192753"/>
            <a:ext cx="2744787" cy="2669564"/>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4"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13" name="Text Placeholder 11"/>
          <p:cNvSpPr>
            <a:spLocks noGrp="1"/>
          </p:cNvSpPr>
          <p:nvPr>
            <p:ph type="body" sz="quarter" idx="35"/>
          </p:nvPr>
        </p:nvSpPr>
        <p:spPr>
          <a:xfrm>
            <a:off x="252413" y="230187"/>
            <a:ext cx="86852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5" name="Text Placeholder 13"/>
          <p:cNvSpPr>
            <a:spLocks noGrp="1"/>
          </p:cNvSpPr>
          <p:nvPr>
            <p:ph type="body" sz="quarter" idx="36"/>
          </p:nvPr>
        </p:nvSpPr>
        <p:spPr>
          <a:xfrm>
            <a:off x="252413" y="683366"/>
            <a:ext cx="86852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cxnSp>
        <p:nvCxnSpPr>
          <p:cNvPr id="16" name="Straight Connector 15"/>
          <p:cNvCxnSpPr/>
          <p:nvPr userDrawn="1"/>
        </p:nvCxnSpPr>
        <p:spPr>
          <a:xfrm>
            <a:off x="3085663"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6076301" y="1203325"/>
            <a:ext cx="0" cy="2986088"/>
          </a:xfrm>
          <a:prstGeom prst="line">
            <a:avLst/>
          </a:prstGeom>
          <a:ln w="3175" cap="rnd">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23463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ree-column stacked">
    <p:spTree>
      <p:nvGrpSpPr>
        <p:cNvPr id="1" name=""/>
        <p:cNvGrpSpPr/>
        <p:nvPr/>
      </p:nvGrpSpPr>
      <p:grpSpPr>
        <a:xfrm>
          <a:off x="0" y="0"/>
          <a:ext cx="0" cy="0"/>
          <a:chOff x="0" y="0"/>
          <a:chExt cx="0" cy="0"/>
        </a:xfrm>
      </p:grpSpPr>
      <p:sp>
        <p:nvSpPr>
          <p:cNvPr id="5" name="Content Placeholder 4"/>
          <p:cNvSpPr>
            <a:spLocks noGrp="1"/>
          </p:cNvSpPr>
          <p:nvPr>
            <p:ph sz="quarter" idx="32"/>
          </p:nvPr>
        </p:nvSpPr>
        <p:spPr>
          <a:xfrm>
            <a:off x="252413" y="1203327"/>
            <a:ext cx="8639175" cy="1381124"/>
          </a:xfrm>
        </p:spPr>
        <p:txBody>
          <a:bodyPr wrap="square">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11"/>
          <p:cNvSpPr>
            <a:spLocks noGrp="1"/>
          </p:cNvSpPr>
          <p:nvPr>
            <p:ph sz="quarter" idx="33"/>
          </p:nvPr>
        </p:nvSpPr>
        <p:spPr>
          <a:xfrm>
            <a:off x="252413" y="2872039"/>
            <a:ext cx="2683481"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34"/>
          </p:nvPr>
        </p:nvSpPr>
        <p:spPr>
          <a:xfrm>
            <a:off x="3232554"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Content Placeholder 18"/>
          <p:cNvSpPr>
            <a:spLocks noGrp="1"/>
          </p:cNvSpPr>
          <p:nvPr>
            <p:ph sz="quarter" idx="35"/>
          </p:nvPr>
        </p:nvSpPr>
        <p:spPr>
          <a:xfrm>
            <a:off x="6192838" y="2872039"/>
            <a:ext cx="2678893" cy="144655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11"/>
          <p:cNvSpPr>
            <a:spLocks noGrp="1"/>
          </p:cNvSpPr>
          <p:nvPr>
            <p:ph type="body" sz="quarter" idx="18" hasCustomPrompt="1"/>
          </p:nvPr>
        </p:nvSpPr>
        <p:spPr>
          <a:xfrm>
            <a:off x="258056" y="2630753"/>
            <a:ext cx="863353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4" name="Text Placeholder 11"/>
          <p:cNvSpPr>
            <a:spLocks noGrp="1"/>
          </p:cNvSpPr>
          <p:nvPr>
            <p:ph type="body" sz="quarter" idx="13" hasCustomPrompt="1"/>
          </p:nvPr>
        </p:nvSpPr>
        <p:spPr>
          <a:xfrm>
            <a:off x="252414" y="4376263"/>
            <a:ext cx="2683481"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6" name="Text Placeholder 11"/>
          <p:cNvSpPr>
            <a:spLocks noGrp="1"/>
          </p:cNvSpPr>
          <p:nvPr>
            <p:ph type="body" sz="quarter" idx="21" hasCustomPrompt="1"/>
          </p:nvPr>
        </p:nvSpPr>
        <p:spPr>
          <a:xfrm>
            <a:off x="6192838"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8" name="Text Placeholder 11"/>
          <p:cNvSpPr>
            <a:spLocks noGrp="1"/>
          </p:cNvSpPr>
          <p:nvPr>
            <p:ph type="body" sz="quarter" idx="24" hasCustomPrompt="1"/>
          </p:nvPr>
        </p:nvSpPr>
        <p:spPr>
          <a:xfrm>
            <a:off x="3232554" y="4376263"/>
            <a:ext cx="2678893" cy="123111"/>
          </a:xfrm>
          <a:prstGeom prst="rect">
            <a:avLst/>
          </a:prstGeom>
        </p:spPr>
        <p:txBody>
          <a:bodyPr lIns="0" tIns="0" rIns="0" bIns="0" anchor="b" anchorCtr="0">
            <a:noAutofit/>
          </a:bodyPr>
          <a:lstStyle>
            <a:lvl1pPr marL="15874" indent="0">
              <a:buNone/>
              <a:defRPr sz="800" baseline="0">
                <a:solidFill>
                  <a:srgbClr val="8E8F93"/>
                </a:solidFill>
              </a:defRPr>
            </a:lvl1pPr>
          </a:lstStyle>
          <a:p>
            <a:pPr lvl="0"/>
            <a:r>
              <a:rPr lang="en-US" dirty="0"/>
              <a:t>Optional description / context goes here</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1" name="Text Placeholder 11"/>
          <p:cNvSpPr>
            <a:spLocks noGrp="1"/>
          </p:cNvSpPr>
          <p:nvPr>
            <p:ph type="body" sz="quarter" idx="36"/>
          </p:nvPr>
        </p:nvSpPr>
        <p:spPr>
          <a:xfrm>
            <a:off x="252413" y="230187"/>
            <a:ext cx="8647112" cy="369332"/>
          </a:xfrm>
        </p:spPr>
        <p:txBody>
          <a:bodyPr>
            <a:noAutofit/>
          </a:bodyPr>
          <a:lstStyle>
            <a:lvl1pPr>
              <a:buFontTx/>
              <a:buNone/>
              <a:defRPr sz="2400">
                <a:solidFill>
                  <a:schemeClr val="tx2"/>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22" name="Text Placeholder 13"/>
          <p:cNvSpPr>
            <a:spLocks noGrp="1"/>
          </p:cNvSpPr>
          <p:nvPr>
            <p:ph type="body" sz="quarter" idx="37"/>
          </p:nvPr>
        </p:nvSpPr>
        <p:spPr>
          <a:xfrm>
            <a:off x="252413" y="683366"/>
            <a:ext cx="8647112" cy="253916"/>
          </a:xfrm>
        </p:spPr>
        <p:txBody>
          <a:bodyPr>
            <a:noAutofit/>
          </a:bodyPr>
          <a:lstStyle>
            <a:lvl1pPr marL="358762" indent="-342888">
              <a:buFontTx/>
              <a:buNone/>
              <a:defRPr sz="1600" baseline="0">
                <a:solidFill>
                  <a:schemeClr val="accent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4058126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Horizontal Split">
    <p:spTree>
      <p:nvGrpSpPr>
        <p:cNvPr id="1" name=""/>
        <p:cNvGrpSpPr/>
        <p:nvPr/>
      </p:nvGrpSpPr>
      <p:grpSpPr>
        <a:xfrm>
          <a:off x="0" y="0"/>
          <a:ext cx="0" cy="0"/>
          <a:chOff x="0" y="0"/>
          <a:chExt cx="0" cy="0"/>
        </a:xfrm>
      </p:grpSpPr>
      <p:sp>
        <p:nvSpPr>
          <p:cNvPr id="21" name="Rectangle 20"/>
          <p:cNvSpPr/>
          <p:nvPr userDrawn="1"/>
        </p:nvSpPr>
        <p:spPr>
          <a:xfrm>
            <a:off x="0" y="1"/>
            <a:ext cx="9144000" cy="12761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5" name="Content Placeholder 4"/>
          <p:cNvSpPr>
            <a:spLocks noGrp="1"/>
          </p:cNvSpPr>
          <p:nvPr>
            <p:ph sz="quarter" idx="32"/>
          </p:nvPr>
        </p:nvSpPr>
        <p:spPr>
          <a:xfrm>
            <a:off x="252413" y="1735871"/>
            <a:ext cx="8639175" cy="2644043"/>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
        <p:nvSpPr>
          <p:cNvPr id="22" name="Rectangle 21"/>
          <p:cNvSpPr/>
          <p:nvPr userDrawn="1"/>
        </p:nvSpPr>
        <p:spPr>
          <a:xfrm>
            <a:off x="0" y="1105320"/>
            <a:ext cx="9144000" cy="371789"/>
          </a:xfrm>
          <a:prstGeom prst="rect">
            <a:avLst/>
          </a:prstGeom>
          <a:solidFill>
            <a:schemeClr val="bg2">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lIns="91437" tIns="45718" rIns="91437" bIns="45718" rtlCol="0" anchor="ctr"/>
          <a:lstStyle/>
          <a:p>
            <a:pPr algn="ctr"/>
            <a:endParaRPr lang="en-US"/>
          </a:p>
        </p:txBody>
      </p:sp>
      <p:sp>
        <p:nvSpPr>
          <p:cNvPr id="15" name="Text Placeholder 11"/>
          <p:cNvSpPr>
            <a:spLocks noGrp="1"/>
          </p:cNvSpPr>
          <p:nvPr>
            <p:ph type="body" sz="quarter" idx="33"/>
          </p:nvPr>
        </p:nvSpPr>
        <p:spPr>
          <a:xfrm>
            <a:off x="252413" y="230187"/>
            <a:ext cx="8647112" cy="369332"/>
          </a:xfrm>
        </p:spPr>
        <p:txBody>
          <a:bodyPr>
            <a:noAutofit/>
          </a:bodyPr>
          <a:lstStyle>
            <a:lvl1pPr>
              <a:buFontTx/>
              <a:buNone/>
              <a:defRPr sz="2400">
                <a:solidFill>
                  <a:schemeClr val="bg1"/>
                </a:solidFill>
              </a:defRPr>
            </a:lvl1pPr>
            <a:lvl2pPr>
              <a:buFontTx/>
              <a:buNone/>
              <a:defRPr/>
            </a:lvl2pPr>
            <a:lvl3pPr>
              <a:buFontTx/>
              <a:buNone/>
              <a:defRPr/>
            </a:lvl3pPr>
            <a:lvl4pPr>
              <a:buFontTx/>
              <a:buNone/>
              <a:defRPr/>
            </a:lvl4pPr>
            <a:lvl5pPr>
              <a:buFontTx/>
              <a:buNone/>
              <a:defRPr/>
            </a:lvl5pPr>
          </a:lstStyle>
          <a:p>
            <a:pPr lvl="0"/>
            <a:r>
              <a:rPr lang="en-US" dirty="0"/>
              <a:t>Click to edit Master text styles</a:t>
            </a:r>
          </a:p>
        </p:txBody>
      </p:sp>
      <p:sp>
        <p:nvSpPr>
          <p:cNvPr id="16" name="Text Placeholder 13"/>
          <p:cNvSpPr>
            <a:spLocks noGrp="1"/>
          </p:cNvSpPr>
          <p:nvPr>
            <p:ph type="body" sz="quarter" idx="34"/>
          </p:nvPr>
        </p:nvSpPr>
        <p:spPr>
          <a:xfrm>
            <a:off x="252413" y="683366"/>
            <a:ext cx="8647112" cy="253916"/>
          </a:xfrm>
        </p:spPr>
        <p:txBody>
          <a:bodyPr>
            <a:noAutofit/>
          </a:bodyPr>
          <a:lstStyle>
            <a:lvl1pPr marL="358762" indent="-342888">
              <a:buFontTx/>
              <a:buNone/>
              <a:defRPr sz="1600">
                <a:solidFill>
                  <a:schemeClr val="bg1"/>
                </a:solidFill>
              </a:defRPr>
            </a:lvl1pPr>
            <a:lvl2pPr marL="407973" indent="-228592">
              <a:buFontTx/>
              <a:buNone/>
              <a:defRPr/>
            </a:lvl2pPr>
            <a:lvl3pPr marL="587354" indent="-228592">
              <a:buFontTx/>
              <a:buNone/>
              <a:defRPr/>
            </a:lvl3pPr>
            <a:lvl4pPr marL="768323" indent="-228592">
              <a:buFontTx/>
              <a:buNone/>
              <a:defRPr/>
            </a:lvl4pPr>
            <a:lvl5pPr marL="939767" indent="-228592">
              <a:buFontTx/>
              <a:buNone/>
              <a:defRPr/>
            </a:lvl5pPr>
          </a:lstStyle>
          <a:p>
            <a:pPr lvl="0"/>
            <a:r>
              <a:rPr lang="en-US" dirty="0"/>
              <a:t>Click to edit Master text styles</a:t>
            </a:r>
          </a:p>
        </p:txBody>
      </p:sp>
    </p:spTree>
    <p:extLst>
      <p:ext uri="{BB962C8B-B14F-4D97-AF65-F5344CB8AC3E}">
        <p14:creationId xmlns:p14="http://schemas.microsoft.com/office/powerpoint/2010/main" val="11222764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Blank slide ">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20"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spTree>
    <p:extLst>
      <p:ext uri="{BB962C8B-B14F-4D97-AF65-F5344CB8AC3E}">
        <p14:creationId xmlns:p14="http://schemas.microsoft.com/office/powerpoint/2010/main" val="15515192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3236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media/image1.png"/><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image" Target="../media/image1.png"/><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865921"/>
      </p:ext>
    </p:extLst>
  </p:cSld>
  <p:clrMap bg1="lt1" tx1="dk1" bg2="lt2" tx2="dk2" accent1="accent1" accent2="accent2" accent3="accent3" accent4="accent4" accent5="accent5" accent6="accent6" hlink="hlink" folHlink="folHlink"/>
  <p:sldLayoutIdLst>
    <p:sldLayoutId id="2147483667" r:id="rId1"/>
    <p:sldLayoutId id="2147483714" r:id="rId2"/>
    <p:sldLayoutId id="2147483715" r:id="rId3"/>
    <p:sldLayoutId id="2147483716" r:id="rId4"/>
    <p:sldLayoutId id="2147483717" r:id="rId5"/>
    <p:sldLayoutId id="2147483726"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hdr="0" dt="0"/>
  <p:txStyles>
    <p:titleStyle>
      <a:lvl1pPr algn="ctr" defTabSz="457184" rtl="0" eaLnBrk="1" latinLnBrk="0" hangingPunct="1">
        <a:spcBef>
          <a:spcPct val="0"/>
        </a:spcBef>
        <a:buNone/>
        <a:defRPr sz="4400" kern="1200">
          <a:solidFill>
            <a:schemeClr val="tx1"/>
          </a:solidFill>
          <a:latin typeface="+mj-lt"/>
          <a:ea typeface="+mj-ea"/>
          <a:cs typeface="+mj-cs"/>
        </a:defRPr>
      </a:lvl1pPr>
    </p:titleStyle>
    <p:bodyStyle>
      <a:lvl1pPr marL="342888" indent="-342888" algn="l" defTabSz="457184" rtl="0" eaLnBrk="1" latinLnBrk="0" hangingPunct="1">
        <a:spcBef>
          <a:spcPct val="20000"/>
        </a:spcBef>
        <a:buFont typeface="Arial"/>
        <a:buChar char="•"/>
        <a:defRPr sz="3200" kern="1200">
          <a:solidFill>
            <a:schemeClr val="tx1"/>
          </a:solidFill>
          <a:latin typeface="+mn-lt"/>
          <a:ea typeface="+mn-ea"/>
          <a:cs typeface="+mn-cs"/>
        </a:defRPr>
      </a:lvl1pPr>
      <a:lvl2pPr marL="742924" indent="-285740" algn="l" defTabSz="457184" rtl="0" eaLnBrk="1" latinLnBrk="0" hangingPunct="1">
        <a:spcBef>
          <a:spcPct val="20000"/>
        </a:spcBef>
        <a:buFont typeface="Arial"/>
        <a:buChar char="–"/>
        <a:defRPr sz="2800" kern="1200">
          <a:solidFill>
            <a:schemeClr val="tx1"/>
          </a:solidFill>
          <a:latin typeface="+mn-lt"/>
          <a:ea typeface="+mn-ea"/>
          <a:cs typeface="+mn-cs"/>
        </a:defRPr>
      </a:lvl2pPr>
      <a:lvl3pPr marL="1142960" indent="-228592" algn="l" defTabSz="457184" rtl="0" eaLnBrk="1" latinLnBrk="0" hangingPunct="1">
        <a:spcBef>
          <a:spcPct val="20000"/>
        </a:spcBef>
        <a:buFont typeface="Arial"/>
        <a:buChar char="•"/>
        <a:defRPr sz="2400" kern="1200">
          <a:solidFill>
            <a:schemeClr val="tx1"/>
          </a:solidFill>
          <a:latin typeface="+mn-lt"/>
          <a:ea typeface="+mn-ea"/>
          <a:cs typeface="+mn-cs"/>
        </a:defRPr>
      </a:lvl3pPr>
      <a:lvl4pPr marL="1600144" indent="-228592" algn="l" defTabSz="457184" rtl="0" eaLnBrk="1" latinLnBrk="0" hangingPunct="1">
        <a:spcBef>
          <a:spcPct val="20000"/>
        </a:spcBef>
        <a:buFont typeface="Arial"/>
        <a:buChar char="–"/>
        <a:defRPr sz="2000" kern="1200">
          <a:solidFill>
            <a:schemeClr val="tx1"/>
          </a:solidFill>
          <a:latin typeface="+mn-lt"/>
          <a:ea typeface="+mn-ea"/>
          <a:cs typeface="+mn-cs"/>
        </a:defRPr>
      </a:lvl4pPr>
      <a:lvl5pPr marL="2057328" indent="-228592" algn="l" defTabSz="457184" rtl="0" eaLnBrk="1" latinLnBrk="0" hangingPunct="1">
        <a:spcBef>
          <a:spcPct val="20000"/>
        </a:spcBef>
        <a:buFont typeface="Arial"/>
        <a:buChar char="»"/>
        <a:defRPr sz="2000" kern="1200">
          <a:solidFill>
            <a:schemeClr val="tx1"/>
          </a:solidFill>
          <a:latin typeface="+mn-lt"/>
          <a:ea typeface="+mn-ea"/>
          <a:cs typeface="+mn-cs"/>
        </a:defRPr>
      </a:lvl5pPr>
      <a:lvl6pPr marL="2514511" indent="-228592" algn="l" defTabSz="457184" rtl="0" eaLnBrk="1" latinLnBrk="0" hangingPunct="1">
        <a:spcBef>
          <a:spcPct val="20000"/>
        </a:spcBef>
        <a:buFont typeface="Arial"/>
        <a:buChar char="•"/>
        <a:defRPr sz="2000" kern="1200">
          <a:solidFill>
            <a:schemeClr val="tx1"/>
          </a:solidFill>
          <a:latin typeface="+mn-lt"/>
          <a:ea typeface="+mn-ea"/>
          <a:cs typeface="+mn-cs"/>
        </a:defRPr>
      </a:lvl6pPr>
      <a:lvl7pPr marL="2971695" indent="-228592" algn="l" defTabSz="457184" rtl="0" eaLnBrk="1" latinLnBrk="0" hangingPunct="1">
        <a:spcBef>
          <a:spcPct val="20000"/>
        </a:spcBef>
        <a:buFont typeface="Arial"/>
        <a:buChar char="•"/>
        <a:defRPr sz="2000" kern="1200">
          <a:solidFill>
            <a:schemeClr val="tx1"/>
          </a:solidFill>
          <a:latin typeface="+mn-lt"/>
          <a:ea typeface="+mn-ea"/>
          <a:cs typeface="+mn-cs"/>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8057" y="230188"/>
            <a:ext cx="8633531" cy="369332"/>
          </a:xfrm>
          <a:prstGeom prst="rect">
            <a:avLst/>
          </a:prstGeom>
        </p:spPr>
        <p:txBody>
          <a:bodyPr vert="horz" lIns="0" tIns="0" rIns="0" bIns="0" rtlCol="0" anchor="t">
            <a:noAutofit/>
          </a:bodyPr>
          <a:lstStyle/>
          <a:p>
            <a:r>
              <a:rPr lang="en-US" dirty="0"/>
              <a:t>Click To Edit Title</a:t>
            </a:r>
          </a:p>
        </p:txBody>
      </p:sp>
      <p:sp>
        <p:nvSpPr>
          <p:cNvPr id="11" name="Text Placeholder 2"/>
          <p:cNvSpPr>
            <a:spLocks noGrp="1"/>
          </p:cNvSpPr>
          <p:nvPr>
            <p:ph type="body" idx="1"/>
          </p:nvPr>
        </p:nvSpPr>
        <p:spPr>
          <a:xfrm>
            <a:off x="252414" y="1203326"/>
            <a:ext cx="8639175" cy="317658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p:nvPicPr>
        <p:blipFill>
          <a:blip r:embed="rId14" cstate="print"/>
          <a:stretch>
            <a:fillRect/>
          </a:stretch>
        </p:blipFill>
        <p:spPr>
          <a:xfrm>
            <a:off x="7067034" y="4494997"/>
            <a:ext cx="2041798" cy="562953"/>
          </a:xfrm>
          <a:prstGeom prst="rect">
            <a:avLst/>
          </a:prstGeom>
        </p:spPr>
      </p:pic>
    </p:spTree>
    <p:extLst>
      <p:ext uri="{BB962C8B-B14F-4D97-AF65-F5344CB8AC3E}">
        <p14:creationId xmlns:p14="http://schemas.microsoft.com/office/powerpoint/2010/main" val="3699579025"/>
      </p:ext>
    </p:extLst>
  </p:cSld>
  <p:clrMap bg1="lt1" tx1="dk1" bg2="lt2" tx2="dk2" accent1="accent1" accent2="accent2" accent3="accent3" accent4="accent4" accent5="accent5" accent6="accent6" hlink="hlink" folHlink="folHlink"/>
  <p:sldLayoutIdLst>
    <p:sldLayoutId id="2147483650" r:id="rId1"/>
    <p:sldLayoutId id="2147483658" r:id="rId2"/>
    <p:sldLayoutId id="2147483651" r:id="rId3"/>
    <p:sldLayoutId id="2147483676" r:id="rId4"/>
    <p:sldLayoutId id="2147483653" r:id="rId5"/>
    <p:sldLayoutId id="2147483661" r:id="rId6"/>
    <p:sldLayoutId id="2147483677" r:id="rId7"/>
    <p:sldLayoutId id="2147483660" r:id="rId8"/>
    <p:sldLayoutId id="2147483713" r:id="rId9"/>
    <p:sldLayoutId id="2147483678" r:id="rId10"/>
    <p:sldLayoutId id="2147483709" r:id="rId11"/>
    <p:sldLayoutId id="2147483710" r:id="rId12"/>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500" kern="1200">
          <a:solidFill>
            <a:schemeClr val="accent1"/>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400" kern="1200">
          <a:solidFill>
            <a:schemeClr val="accent1"/>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300" kern="1200">
          <a:solidFill>
            <a:schemeClr val="accent1"/>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200" kern="1200">
          <a:solidFill>
            <a:schemeClr val="accent1"/>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000" kern="1200">
          <a:solidFill>
            <a:schemeClr val="accent1"/>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8057" y="230188"/>
            <a:ext cx="8633531" cy="369332"/>
          </a:xfrm>
          <a:prstGeom prst="rect">
            <a:avLst/>
          </a:prstGeom>
        </p:spPr>
        <p:txBody>
          <a:bodyPr vert="horz" lIns="0" tIns="0" rIns="0" bIns="0" rtlCol="0" anchor="t">
            <a:noAutofit/>
          </a:bodyPr>
          <a:lstStyle/>
          <a:p>
            <a:r>
              <a:rPr lang="en-US" dirty="0"/>
              <a:t>Click To Edit Title</a:t>
            </a:r>
          </a:p>
        </p:txBody>
      </p:sp>
      <p:sp>
        <p:nvSpPr>
          <p:cNvPr id="11" name="Text Placeholder 2"/>
          <p:cNvSpPr>
            <a:spLocks noGrp="1"/>
          </p:cNvSpPr>
          <p:nvPr>
            <p:ph type="body" idx="1"/>
          </p:nvPr>
        </p:nvSpPr>
        <p:spPr>
          <a:xfrm>
            <a:off x="252414" y="1203326"/>
            <a:ext cx="8639175" cy="317658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p:nvPicPr>
        <p:blipFill>
          <a:blip r:embed="rId17" cstate="print"/>
          <a:stretch>
            <a:fillRect/>
          </a:stretch>
        </p:blipFill>
        <p:spPr>
          <a:xfrm>
            <a:off x="7067034" y="4494997"/>
            <a:ext cx="2041798" cy="562953"/>
          </a:xfrm>
          <a:prstGeom prst="rect">
            <a:avLst/>
          </a:prstGeom>
        </p:spPr>
      </p:pic>
    </p:spTree>
    <p:extLst>
      <p:ext uri="{BB962C8B-B14F-4D97-AF65-F5344CB8AC3E}">
        <p14:creationId xmlns:p14="http://schemas.microsoft.com/office/powerpoint/2010/main" val="249053179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9" r:id="rId15"/>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500" kern="1200">
          <a:solidFill>
            <a:schemeClr val="accent1"/>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400" kern="1200">
          <a:solidFill>
            <a:schemeClr val="accent1"/>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300" kern="1200">
          <a:solidFill>
            <a:schemeClr val="accent1"/>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200" kern="1200">
          <a:solidFill>
            <a:schemeClr val="accent1"/>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000" kern="1200">
          <a:solidFill>
            <a:schemeClr val="accent1"/>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8057" y="230188"/>
            <a:ext cx="8633531" cy="369332"/>
          </a:xfrm>
          <a:prstGeom prst="rect">
            <a:avLst/>
          </a:prstGeom>
        </p:spPr>
        <p:txBody>
          <a:bodyPr vert="horz" lIns="0" tIns="0" rIns="0" bIns="0" rtlCol="0" anchor="t">
            <a:noAutofit/>
          </a:bodyPr>
          <a:lstStyle/>
          <a:p>
            <a:r>
              <a:rPr lang="en-US" dirty="0"/>
              <a:t>Click To Edit Title</a:t>
            </a:r>
          </a:p>
        </p:txBody>
      </p:sp>
      <p:sp>
        <p:nvSpPr>
          <p:cNvPr id="11" name="Text Placeholder 2"/>
          <p:cNvSpPr>
            <a:spLocks noGrp="1"/>
          </p:cNvSpPr>
          <p:nvPr>
            <p:ph type="body" idx="1"/>
          </p:nvPr>
        </p:nvSpPr>
        <p:spPr>
          <a:xfrm>
            <a:off x="252414" y="1203326"/>
            <a:ext cx="8639175" cy="317658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12" name="Slide Number Placeholder 5"/>
          <p:cNvSpPr>
            <a:spLocks noGrp="1"/>
          </p:cNvSpPr>
          <p:nvPr>
            <p:ph type="sldNum" sz="quarter" idx="4"/>
          </p:nvPr>
        </p:nvSpPr>
        <p:spPr>
          <a:xfrm>
            <a:off x="1747891" y="4857155"/>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dirty="0"/>
              <a:t>Page </a:t>
            </a:r>
            <a:fld id="{5A9C12DC-491F-9444-86A2-13AC5C62A2FC}" type="slidenum">
              <a:rPr lang="en-US" smtClean="0"/>
              <a:pPr/>
              <a:t>‹#›</a:t>
            </a:fld>
            <a:endParaRPr lang="en-US" dirty="0"/>
          </a:p>
        </p:txBody>
      </p:sp>
      <p:sp>
        <p:nvSpPr>
          <p:cNvPr id="13" name="Footer Placeholder 4"/>
          <p:cNvSpPr>
            <a:spLocks noGrp="1"/>
          </p:cNvSpPr>
          <p:nvPr>
            <p:ph type="ftr" sz="quarter" idx="3"/>
          </p:nvPr>
        </p:nvSpPr>
        <p:spPr>
          <a:xfrm>
            <a:off x="252413" y="4857155"/>
            <a:ext cx="1509767"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dirty="0"/>
              <a:t>Confidential Property of Schneider Electric |</a:t>
            </a:r>
          </a:p>
        </p:txBody>
      </p:sp>
      <p:pic>
        <p:nvPicPr>
          <p:cNvPr id="7" name="Picture 6" descr="schneider_LIO_Life-Green_RGB.png"/>
          <p:cNvPicPr>
            <a:picLocks noChangeAspect="1"/>
          </p:cNvPicPr>
          <p:nvPr/>
        </p:nvPicPr>
        <p:blipFill>
          <a:blip r:embed="rId15" cstate="print"/>
          <a:stretch>
            <a:fillRect/>
          </a:stretch>
        </p:blipFill>
        <p:spPr>
          <a:xfrm>
            <a:off x="7067034" y="4494997"/>
            <a:ext cx="2041798" cy="562953"/>
          </a:xfrm>
          <a:prstGeom prst="rect">
            <a:avLst/>
          </a:prstGeom>
        </p:spPr>
      </p:pic>
    </p:spTree>
    <p:extLst>
      <p:ext uri="{BB962C8B-B14F-4D97-AF65-F5344CB8AC3E}">
        <p14:creationId xmlns:p14="http://schemas.microsoft.com/office/powerpoint/2010/main" val="2302393749"/>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Lst>
  <p:hf hdr="0" dt="0"/>
  <p:txStyles>
    <p:titleStyle>
      <a:lvl1pPr algn="l" defTabSz="457184" rtl="0" eaLnBrk="1" latinLnBrk="0" hangingPunct="1">
        <a:spcBef>
          <a:spcPct val="0"/>
        </a:spcBef>
        <a:buNone/>
        <a:defRPr sz="2400" kern="1200">
          <a:solidFill>
            <a:srgbClr val="36C746"/>
          </a:solidFill>
          <a:latin typeface="Arial"/>
          <a:ea typeface="+mj-ea"/>
          <a:cs typeface="Arial"/>
        </a:defRPr>
      </a:lvl1pPr>
    </p:titleStyle>
    <p:bodyStyle>
      <a:lvl1pPr marL="173032" indent="-157158" algn="l" defTabSz="457184" rtl="0" eaLnBrk="1" latinLnBrk="0" hangingPunct="1">
        <a:spcBef>
          <a:spcPts val="500"/>
        </a:spcBef>
        <a:spcAft>
          <a:spcPts val="500"/>
        </a:spcAft>
        <a:buClr>
          <a:schemeClr val="bg2"/>
        </a:buClr>
        <a:buFont typeface="Arial" panose="020B0604020202020204" pitchFamily="34" charset="0"/>
        <a:buNone/>
        <a:defRPr sz="1500" kern="1200">
          <a:solidFill>
            <a:schemeClr val="accent1"/>
          </a:solidFill>
          <a:latin typeface="Arial"/>
          <a:ea typeface="+mn-ea"/>
          <a:cs typeface="Arial"/>
        </a:defRPr>
      </a:lvl1pPr>
      <a:lvl2pPr marL="361938" indent="-182557" algn="l" defTabSz="447659" rtl="0" eaLnBrk="1" latinLnBrk="0" hangingPunct="1">
        <a:spcBef>
          <a:spcPts val="500"/>
        </a:spcBef>
        <a:spcAft>
          <a:spcPts val="500"/>
        </a:spcAft>
        <a:buClr>
          <a:srgbClr val="36C746"/>
        </a:buClr>
        <a:buFont typeface="Arial" pitchFamily="34" charset="0"/>
        <a:buChar char="•"/>
        <a:defRPr sz="1400" kern="1200">
          <a:solidFill>
            <a:schemeClr val="accent1"/>
          </a:solidFill>
          <a:latin typeface="Arial"/>
          <a:ea typeface="+mn-ea"/>
          <a:cs typeface="Arial"/>
        </a:defRPr>
      </a:lvl2pPr>
      <a:lvl3pPr marL="538144" indent="-179382" algn="l" defTabSz="457184" rtl="0" eaLnBrk="1" latinLnBrk="0" hangingPunct="1">
        <a:spcBef>
          <a:spcPts val="500"/>
        </a:spcBef>
        <a:spcAft>
          <a:spcPts val="500"/>
        </a:spcAft>
        <a:buClr>
          <a:srgbClr val="36C746"/>
        </a:buClr>
        <a:buFont typeface="Arial" pitchFamily="34" charset="0"/>
        <a:buChar char="‒"/>
        <a:defRPr sz="1300" kern="1200">
          <a:solidFill>
            <a:schemeClr val="accent1"/>
          </a:solidFill>
          <a:latin typeface="Arial"/>
          <a:ea typeface="+mn-ea"/>
          <a:cs typeface="Arial"/>
        </a:defRPr>
      </a:lvl3pPr>
      <a:lvl4pPr marL="719113" indent="-179382" algn="l" defTabSz="457184" rtl="0" eaLnBrk="1" latinLnBrk="0" hangingPunct="1">
        <a:spcBef>
          <a:spcPts val="500"/>
        </a:spcBef>
        <a:spcAft>
          <a:spcPts val="500"/>
        </a:spcAft>
        <a:buClr>
          <a:srgbClr val="36C746"/>
        </a:buClr>
        <a:buFont typeface="Arial" panose="020B0604020202020204" pitchFamily="34" charset="0"/>
        <a:buChar char="–"/>
        <a:defRPr sz="1200" kern="1200">
          <a:solidFill>
            <a:schemeClr val="accent1"/>
          </a:solidFill>
          <a:latin typeface="Arial"/>
          <a:ea typeface="+mn-ea"/>
          <a:cs typeface="Arial"/>
        </a:defRPr>
      </a:lvl4pPr>
      <a:lvl5pPr marL="896906" indent="-185731" algn="l" defTabSz="457184" rtl="0" eaLnBrk="1" latinLnBrk="0" hangingPunct="1">
        <a:spcBef>
          <a:spcPts val="500"/>
        </a:spcBef>
        <a:spcAft>
          <a:spcPts val="500"/>
        </a:spcAft>
        <a:buClr>
          <a:srgbClr val="36C746"/>
        </a:buClr>
        <a:buFont typeface="Arial" panose="020B0604020202020204" pitchFamily="34" charset="0"/>
        <a:buChar char="–"/>
        <a:defRPr sz="1000" kern="1200">
          <a:solidFill>
            <a:schemeClr val="accent1"/>
          </a:solidFill>
          <a:latin typeface="Arial"/>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emf"/><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18.png"/><Relationship Id="rId1" Type="http://schemas.openxmlformats.org/officeDocument/2006/relationships/slideLayout" Target="../slideLayouts/slideLayout4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jpeg"/><Relationship Id="rId10" Type="http://schemas.openxmlformats.org/officeDocument/2006/relationships/image" Target="../media/image12.png"/><Relationship Id="rId4" Type="http://schemas.openxmlformats.org/officeDocument/2006/relationships/image" Target="../media/image6.jpeg"/><Relationship Id="rId9" Type="http://schemas.openxmlformats.org/officeDocument/2006/relationships/image" Target="../media/image11.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E98669-0AD2-43F9-BD27-ABFD8459CB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75417" y="1357364"/>
            <a:ext cx="1894522" cy="2743200"/>
          </a:xfrm>
          <a:prstGeom prst="rect">
            <a:avLst/>
          </a:prstGeom>
        </p:spPr>
      </p:pic>
      <p:sp>
        <p:nvSpPr>
          <p:cNvPr id="18" name="文本框 51"/>
          <p:cNvSpPr txBox="1"/>
          <p:nvPr/>
        </p:nvSpPr>
        <p:spPr>
          <a:xfrm>
            <a:off x="2296199" y="2150539"/>
            <a:ext cx="1255265" cy="461339"/>
          </a:xfrm>
          <a:prstGeom prst="rect">
            <a:avLst/>
          </a:prstGeom>
          <a:noFill/>
        </p:spPr>
        <p:txBody>
          <a:bodyPr wrap="square" lIns="68575" tIns="34287" rIns="68575" bIns="34287" rtlCol="0" anchor="t">
            <a:spAutoFit/>
          </a:bodyPr>
          <a:lstStyle/>
          <a:p>
            <a:pPr marL="0" marR="0" lvl="0" indent="0" algn="ctr" defTabSz="685266" rtl="0" eaLnBrk="1" fontAlgn="auto" latinLnBrk="0" hangingPunct="1">
              <a:lnSpc>
                <a:spcPct val="11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Arial"/>
                <a:ea typeface="+mn-ea"/>
                <a:cs typeface="Arial"/>
                <a:sym typeface="+mn-ea"/>
              </a:rPr>
              <a:t>CB Characteristic</a:t>
            </a:r>
            <a:endParaRPr kumimoji="0" lang="zh-CN" altLang="en-US" sz="1200" b="0" i="0" u="none" strike="noStrike" kern="1200" cap="none" spc="0" normalizeH="0" baseline="0" noProof="0" dirty="0">
              <a:ln>
                <a:noFill/>
              </a:ln>
              <a:solidFill>
                <a:prstClr val="white"/>
              </a:solidFill>
              <a:effectLst/>
              <a:uLnTx/>
              <a:uFillTx/>
              <a:latin typeface="Arial"/>
              <a:ea typeface="+mn-ea"/>
              <a:cs typeface="Arial"/>
              <a:sym typeface="+mn-ea"/>
            </a:endParaRPr>
          </a:p>
        </p:txBody>
      </p:sp>
      <p:sp>
        <p:nvSpPr>
          <p:cNvPr id="53" name="テキスト ボックス 30"/>
          <p:cNvSpPr txBox="1"/>
          <p:nvPr/>
        </p:nvSpPr>
        <p:spPr>
          <a:xfrm>
            <a:off x="5536291" y="1223972"/>
            <a:ext cx="2590051" cy="992573"/>
          </a:xfrm>
          <a:prstGeom prst="rect">
            <a:avLst/>
          </a:prstGeom>
          <a:noFill/>
        </p:spPr>
        <p:txBody>
          <a:bodyPr wrap="square" lIns="68575" tIns="34287" rIns="68575" bIns="34287">
            <a:spAutoFit/>
          </a:bodyPr>
          <a:lstStyle>
            <a:defPPr>
              <a:defRPr lang="zh-CN"/>
            </a:defPPr>
            <a:lvl1pPr defTabSz="913688">
              <a:defRPr>
                <a:solidFill>
                  <a:schemeClr val="bg1"/>
                </a:solidFill>
                <a:latin typeface="微软雅黑" panose="020B0503020204020204" charset="-122"/>
                <a:ea typeface="微软雅黑" panose="020B0503020204020204" charset="-122"/>
              </a:defRPr>
            </a:lvl1pPr>
          </a:lstStyle>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微软雅黑" panose="020B0503020204020204" charset="-122"/>
                <a:cs typeface="Arial"/>
              </a:rPr>
              <a:t>CB Electrical monitoring</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1- Switching time</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2- Circuit current of Motor </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3- Voltage of Motor</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4- Times of Motor</a:t>
            </a:r>
          </a:p>
        </p:txBody>
      </p:sp>
      <p:sp>
        <p:nvSpPr>
          <p:cNvPr id="52" name="Rectangle 51">
            <a:extLst>
              <a:ext uri="{FF2B5EF4-FFF2-40B4-BE49-F238E27FC236}">
                <a16:creationId xmlns:a16="http://schemas.microsoft.com/office/drawing/2014/main" id="{F73D2592-E82D-4794-8334-5348C4EE9A70}"/>
              </a:ext>
            </a:extLst>
          </p:cNvPr>
          <p:cNvSpPr/>
          <p:nvPr/>
        </p:nvSpPr>
        <p:spPr>
          <a:xfrm>
            <a:off x="5522056" y="3364998"/>
            <a:ext cx="2541080" cy="669414"/>
          </a:xfrm>
          <a:prstGeom prst="rect">
            <a:avLst/>
          </a:prstGeom>
        </p:spPr>
        <p:txBody>
          <a:bodyPr wrap="none">
            <a:spAutoFit/>
          </a:bodyPr>
          <a:lstStyle/>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mn-ea"/>
                <a:cs typeface="Arial"/>
              </a:rPr>
              <a:t>TR Monitoring on cable terminal</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1 Temperature rise </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monitoring in cable compt</a:t>
            </a:r>
            <a:r>
              <a:rPr kumimoji="0" lang="en-US" altLang="zh-CN" sz="1350" b="0" i="0" u="none" strike="noStrike" kern="1200" cap="none" spc="0" normalizeH="0" baseline="0" noProof="0" dirty="0">
                <a:ln>
                  <a:noFill/>
                </a:ln>
                <a:solidFill>
                  <a:prstClr val="black"/>
                </a:solidFill>
                <a:effectLst/>
                <a:uLnTx/>
                <a:uFillTx/>
                <a:latin typeface="Arial" panose="020B0604020202020204" pitchFamily="34" charset="0"/>
                <a:ea typeface="微软雅黑" pitchFamily="34" charset="-122"/>
                <a:cs typeface="Arial" panose="020B0604020202020204" pitchFamily="34" charset="0"/>
              </a:rPr>
              <a:t>.</a:t>
            </a:r>
          </a:p>
        </p:txBody>
      </p:sp>
      <p:sp>
        <p:nvSpPr>
          <p:cNvPr id="61" name="Rectangle 60">
            <a:extLst>
              <a:ext uri="{FF2B5EF4-FFF2-40B4-BE49-F238E27FC236}">
                <a16:creationId xmlns:a16="http://schemas.microsoft.com/office/drawing/2014/main" id="{9B811AC8-33AC-4420-9FFD-766A583C58C0}"/>
              </a:ext>
            </a:extLst>
          </p:cNvPr>
          <p:cNvSpPr/>
          <p:nvPr/>
        </p:nvSpPr>
        <p:spPr>
          <a:xfrm>
            <a:off x="605596" y="4381925"/>
            <a:ext cx="3311806" cy="461665"/>
          </a:xfrm>
          <a:prstGeom prst="rect">
            <a:avLst/>
          </a:prstGeom>
        </p:spPr>
        <p:txBody>
          <a:bodyPr wrap="square">
            <a:spAutoFit/>
          </a:bodyPr>
          <a:lstStyle/>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mn-ea"/>
                <a:cs typeface="Arial"/>
              </a:rPr>
              <a:t>PD Monitoring</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Partial discharge monitoring of switchgear</a:t>
            </a:r>
          </a:p>
        </p:txBody>
      </p:sp>
      <p:sp>
        <p:nvSpPr>
          <p:cNvPr id="67" name="テキスト ボックス 30">
            <a:extLst>
              <a:ext uri="{FF2B5EF4-FFF2-40B4-BE49-F238E27FC236}">
                <a16:creationId xmlns:a16="http://schemas.microsoft.com/office/drawing/2014/main" id="{F4A26693-A8CB-43BF-87E8-700DB1369101}"/>
              </a:ext>
            </a:extLst>
          </p:cNvPr>
          <p:cNvSpPr txBox="1"/>
          <p:nvPr/>
        </p:nvSpPr>
        <p:spPr>
          <a:xfrm>
            <a:off x="652887" y="2204147"/>
            <a:ext cx="3112172" cy="826374"/>
          </a:xfrm>
          <a:prstGeom prst="rect">
            <a:avLst/>
          </a:prstGeom>
          <a:noFill/>
        </p:spPr>
        <p:txBody>
          <a:bodyPr wrap="square" lIns="68575" tIns="34287" rIns="68575" bIns="34287">
            <a:spAutoFit/>
          </a:bodyPr>
          <a:lstStyle/>
          <a:p>
            <a:pPr marL="0" marR="0" lvl="0" indent="0" algn="l" defTabSz="685266" rtl="0" eaLnBrk="1" fontAlgn="auto" latinLnBrk="0" hangingPunct="1">
              <a:lnSpc>
                <a:spcPct val="11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mn-ea"/>
                <a:cs typeface="Arial"/>
                <a:sym typeface="+mn-ea"/>
              </a:rPr>
              <a:t>Gas Monitoring</a:t>
            </a:r>
            <a:endParaRPr kumimoji="0" lang="en-US" altLang="zh-CN" sz="1200" b="1" i="0" u="none" strike="noStrike" kern="1200" cap="none" spc="0" normalizeH="0" baseline="0" noProof="0" dirty="0">
              <a:ln>
                <a:noFill/>
              </a:ln>
              <a:solidFill>
                <a:srgbClr val="00B050"/>
              </a:solidFill>
              <a:effectLst/>
              <a:uLnTx/>
              <a:uFillTx/>
              <a:latin typeface="Arial"/>
              <a:ea typeface="+mn-ea"/>
              <a:cs typeface="Arial"/>
            </a:endParaRP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1 Gas density monitoring</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2 Gas temperature monitoring</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3 Gas humidity monitoring</a:t>
            </a:r>
          </a:p>
        </p:txBody>
      </p:sp>
      <p:pic>
        <p:nvPicPr>
          <p:cNvPr id="26" name="Grafik 8">
            <a:extLst>
              <a:ext uri="{FF2B5EF4-FFF2-40B4-BE49-F238E27FC236}">
                <a16:creationId xmlns:a16="http://schemas.microsoft.com/office/drawing/2014/main" id="{D024BDFA-E5F7-4EFF-8FE4-4431DA4B0F87}"/>
              </a:ext>
            </a:extLst>
          </p:cNvPr>
          <p:cNvPicPr>
            <a:picLocks noChangeAspect="1"/>
          </p:cNvPicPr>
          <p:nvPr/>
        </p:nvPicPr>
        <p:blipFill>
          <a:blip r:embed="rId3"/>
          <a:stretch>
            <a:fillRect/>
          </a:stretch>
        </p:blipFill>
        <p:spPr>
          <a:xfrm>
            <a:off x="2303246" y="3230282"/>
            <a:ext cx="1113137" cy="746828"/>
          </a:xfrm>
          <a:prstGeom prst="rect">
            <a:avLst/>
          </a:prstGeom>
        </p:spPr>
      </p:pic>
      <p:pic>
        <p:nvPicPr>
          <p:cNvPr id="27" name="Picture 26">
            <a:extLst>
              <a:ext uri="{FF2B5EF4-FFF2-40B4-BE49-F238E27FC236}">
                <a16:creationId xmlns:a16="http://schemas.microsoft.com/office/drawing/2014/main" id="{86DEF123-B928-4DA7-9FB3-38F82511689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423617" y="3951738"/>
            <a:ext cx="629301"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Placeholder 5">
            <a:extLst>
              <a:ext uri="{FF2B5EF4-FFF2-40B4-BE49-F238E27FC236}">
                <a16:creationId xmlns:a16="http://schemas.microsoft.com/office/drawing/2014/main" id="{53690E3E-AA1D-4485-A7F2-4335528E8698}"/>
              </a:ext>
            </a:extLst>
          </p:cNvPr>
          <p:cNvSpPr>
            <a:spLocks noGrp="1"/>
          </p:cNvSpPr>
          <p:nvPr>
            <p:ph type="body" sz="quarter" idx="32"/>
          </p:nvPr>
        </p:nvSpPr>
        <p:spPr>
          <a:xfrm>
            <a:off x="72437" y="137771"/>
            <a:ext cx="5307638" cy="302866"/>
          </a:xfrm>
        </p:spPr>
        <p:txBody>
          <a:bodyPr/>
          <a:lstStyle/>
          <a:p>
            <a:r>
              <a:rPr lang="en-US" dirty="0"/>
              <a:t>Ready for digital by 2020 </a:t>
            </a:r>
          </a:p>
        </p:txBody>
      </p:sp>
      <p:sp>
        <p:nvSpPr>
          <p:cNvPr id="30" name="Rectangle 29">
            <a:extLst>
              <a:ext uri="{FF2B5EF4-FFF2-40B4-BE49-F238E27FC236}">
                <a16:creationId xmlns:a16="http://schemas.microsoft.com/office/drawing/2014/main" id="{D774D35A-01A8-46AE-B86B-EA5D625A3FA6}"/>
              </a:ext>
            </a:extLst>
          </p:cNvPr>
          <p:cNvSpPr/>
          <p:nvPr/>
        </p:nvSpPr>
        <p:spPr>
          <a:xfrm>
            <a:off x="5536291" y="4170724"/>
            <a:ext cx="2250937" cy="669414"/>
          </a:xfrm>
          <a:prstGeom prst="rect">
            <a:avLst/>
          </a:prstGeom>
        </p:spPr>
        <p:txBody>
          <a:bodyPr wrap="none">
            <a:spAutoFit/>
          </a:bodyPr>
          <a:lstStyle/>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mn-ea"/>
                <a:cs typeface="Arial"/>
              </a:rPr>
              <a:t>TR Monitoring on cable side</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1 Temperature rise </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mn-ea"/>
                <a:cs typeface="Arial"/>
              </a:rPr>
              <a:t>monitoring in cable compt</a:t>
            </a:r>
            <a:r>
              <a:rPr kumimoji="0" lang="en-US" altLang="zh-CN" sz="1350" b="0" i="0" u="none" strike="noStrike" kern="1200" cap="none" spc="0" normalizeH="0" baseline="0" noProof="0" dirty="0">
                <a:ln>
                  <a:noFill/>
                </a:ln>
                <a:solidFill>
                  <a:prstClr val="black"/>
                </a:solidFill>
                <a:effectLst/>
                <a:uLnTx/>
                <a:uFillTx/>
                <a:latin typeface="Arial" panose="020B0604020202020204" pitchFamily="34" charset="0"/>
                <a:ea typeface="微软雅黑" pitchFamily="34" charset="-122"/>
                <a:cs typeface="Arial" panose="020B0604020202020204" pitchFamily="34" charset="0"/>
              </a:rPr>
              <a:t>.</a:t>
            </a:r>
          </a:p>
        </p:txBody>
      </p:sp>
      <p:pic>
        <p:nvPicPr>
          <p:cNvPr id="32" name="Picture 31">
            <a:extLst>
              <a:ext uri="{FF2B5EF4-FFF2-40B4-BE49-F238E27FC236}">
                <a16:creationId xmlns:a16="http://schemas.microsoft.com/office/drawing/2014/main" id="{D78AFF0B-6F57-418F-AB04-CF4328733D38}"/>
              </a:ext>
            </a:extLst>
          </p:cNvPr>
          <p:cNvPicPr>
            <a:picLocks noChangeAspect="1"/>
          </p:cNvPicPr>
          <p:nvPr/>
        </p:nvPicPr>
        <p:blipFill>
          <a:blip r:embed="rId5"/>
          <a:stretch>
            <a:fillRect/>
          </a:stretch>
        </p:blipFill>
        <p:spPr>
          <a:xfrm rot="18993590">
            <a:off x="5982639" y="2441963"/>
            <a:ext cx="373563" cy="388505"/>
          </a:xfrm>
          <a:prstGeom prst="rect">
            <a:avLst/>
          </a:prstGeom>
        </p:spPr>
      </p:pic>
      <p:pic>
        <p:nvPicPr>
          <p:cNvPr id="33" name="Picture 32">
            <a:extLst>
              <a:ext uri="{FF2B5EF4-FFF2-40B4-BE49-F238E27FC236}">
                <a16:creationId xmlns:a16="http://schemas.microsoft.com/office/drawing/2014/main" id="{09DCFC1A-0DEE-4549-A984-C48F6552962E}"/>
              </a:ext>
            </a:extLst>
          </p:cNvPr>
          <p:cNvPicPr>
            <a:picLocks noChangeAspect="1"/>
          </p:cNvPicPr>
          <p:nvPr/>
        </p:nvPicPr>
        <p:blipFill>
          <a:blip r:embed="rId5"/>
          <a:stretch>
            <a:fillRect/>
          </a:stretch>
        </p:blipFill>
        <p:spPr>
          <a:xfrm rot="7234445">
            <a:off x="6348240" y="2324431"/>
            <a:ext cx="373563" cy="388505"/>
          </a:xfrm>
          <a:prstGeom prst="rect">
            <a:avLst/>
          </a:prstGeom>
        </p:spPr>
      </p:pic>
      <p:grpSp>
        <p:nvGrpSpPr>
          <p:cNvPr id="34" name="Group 33">
            <a:extLst>
              <a:ext uri="{FF2B5EF4-FFF2-40B4-BE49-F238E27FC236}">
                <a16:creationId xmlns:a16="http://schemas.microsoft.com/office/drawing/2014/main" id="{82F67425-C1BA-4E88-A63E-1C9E018E940E}"/>
              </a:ext>
            </a:extLst>
          </p:cNvPr>
          <p:cNvGrpSpPr/>
          <p:nvPr/>
        </p:nvGrpSpPr>
        <p:grpSpPr>
          <a:xfrm>
            <a:off x="5795414" y="2634048"/>
            <a:ext cx="405000" cy="463947"/>
            <a:chOff x="8795967" y="2208547"/>
            <a:chExt cx="540000" cy="618596"/>
          </a:xfrm>
        </p:grpSpPr>
        <p:sp>
          <p:nvSpPr>
            <p:cNvPr id="35" name="Hexagon 34">
              <a:extLst>
                <a:ext uri="{FF2B5EF4-FFF2-40B4-BE49-F238E27FC236}">
                  <a16:creationId xmlns:a16="http://schemas.microsoft.com/office/drawing/2014/main" id="{0E7E0BB9-B2CB-4782-8A5C-E20B6EE3383F}"/>
                </a:ext>
              </a:extLst>
            </p:cNvPr>
            <p:cNvSpPr>
              <a:spLocks/>
            </p:cNvSpPr>
            <p:nvPr/>
          </p:nvSpPr>
          <p:spPr>
            <a:xfrm>
              <a:off x="8795967" y="2350787"/>
              <a:ext cx="540000" cy="476356"/>
            </a:xfrm>
            <a:prstGeom prst="hexag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ysClr val="windowText" lastClr="000000"/>
                </a:solidFill>
                <a:effectLst/>
                <a:uLnTx/>
                <a:uFillTx/>
                <a:latin typeface="Arial"/>
                <a:ea typeface="华文新魏" panose="02010800040101010101" pitchFamily="2" charset="-122"/>
                <a:cs typeface="+mn-cs"/>
              </a:endParaRPr>
            </a:p>
          </p:txBody>
        </p:sp>
        <p:sp>
          <p:nvSpPr>
            <p:cNvPr id="36" name="Oval 35">
              <a:extLst>
                <a:ext uri="{FF2B5EF4-FFF2-40B4-BE49-F238E27FC236}">
                  <a16:creationId xmlns:a16="http://schemas.microsoft.com/office/drawing/2014/main" id="{944B99A1-ADD6-4DEF-8449-DEAB84381092}"/>
                </a:ext>
              </a:extLst>
            </p:cNvPr>
            <p:cNvSpPr/>
            <p:nvPr/>
          </p:nvSpPr>
          <p:spPr>
            <a:xfrm>
              <a:off x="8945664" y="2459824"/>
              <a:ext cx="240605" cy="25942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ysClr val="windowText" lastClr="000000"/>
                </a:solidFill>
                <a:effectLst/>
                <a:uLnTx/>
                <a:uFillTx/>
                <a:latin typeface="Arial"/>
                <a:ea typeface="华文新魏" panose="02010800040101010101" pitchFamily="2" charset="-122"/>
                <a:cs typeface="+mn-cs"/>
              </a:endParaRPr>
            </a:p>
          </p:txBody>
        </p:sp>
        <p:sp>
          <p:nvSpPr>
            <p:cNvPr id="37" name="Rectangle 36">
              <a:extLst>
                <a:ext uri="{FF2B5EF4-FFF2-40B4-BE49-F238E27FC236}">
                  <a16:creationId xmlns:a16="http://schemas.microsoft.com/office/drawing/2014/main" id="{F73382A6-2084-44F0-817B-BCCCD8B5104D}"/>
                </a:ext>
              </a:extLst>
            </p:cNvPr>
            <p:cNvSpPr/>
            <p:nvPr/>
          </p:nvSpPr>
          <p:spPr>
            <a:xfrm>
              <a:off x="9008945" y="2208547"/>
              <a:ext cx="129374" cy="19201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ysClr val="windowText" lastClr="000000"/>
                </a:solidFill>
                <a:effectLst/>
                <a:uLnTx/>
                <a:uFillTx/>
                <a:latin typeface="Arial"/>
                <a:ea typeface="华文新魏" panose="02010800040101010101" pitchFamily="2" charset="-122"/>
                <a:cs typeface="+mn-cs"/>
              </a:endParaRPr>
            </a:p>
          </p:txBody>
        </p:sp>
        <p:sp>
          <p:nvSpPr>
            <p:cNvPr id="38" name="Oval 37">
              <a:extLst>
                <a:ext uri="{FF2B5EF4-FFF2-40B4-BE49-F238E27FC236}">
                  <a16:creationId xmlns:a16="http://schemas.microsoft.com/office/drawing/2014/main" id="{5CB54162-4B26-44E9-BAA8-EAA35054AF76}"/>
                </a:ext>
              </a:extLst>
            </p:cNvPr>
            <p:cNvSpPr/>
            <p:nvPr/>
          </p:nvSpPr>
          <p:spPr>
            <a:xfrm>
              <a:off x="9007773" y="2350787"/>
              <a:ext cx="129374" cy="45719"/>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ysClr val="windowText" lastClr="000000"/>
                </a:solidFill>
                <a:effectLst/>
                <a:uLnTx/>
                <a:uFillTx/>
                <a:latin typeface="Arial"/>
                <a:ea typeface="华文新魏" panose="02010800040101010101" pitchFamily="2" charset="-122"/>
                <a:cs typeface="+mn-cs"/>
              </a:endParaRPr>
            </a:p>
          </p:txBody>
        </p:sp>
      </p:grpSp>
      <p:sp>
        <p:nvSpPr>
          <p:cNvPr id="40" name="TextBox 39">
            <a:extLst>
              <a:ext uri="{FF2B5EF4-FFF2-40B4-BE49-F238E27FC236}">
                <a16:creationId xmlns:a16="http://schemas.microsoft.com/office/drawing/2014/main" id="{88588781-AE4F-4150-988C-EB190296D950}"/>
              </a:ext>
            </a:extLst>
          </p:cNvPr>
          <p:cNvSpPr txBox="1"/>
          <p:nvPr/>
        </p:nvSpPr>
        <p:spPr>
          <a:xfrm>
            <a:off x="7103662" y="2348818"/>
            <a:ext cx="628455" cy="261610"/>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sysClr val="windowText" lastClr="000000"/>
                </a:solidFill>
                <a:effectLst/>
                <a:uLnTx/>
                <a:uFillTx/>
                <a:latin typeface="Arial"/>
                <a:ea typeface="华文新魏" panose="02010800040101010101" pitchFamily="2" charset="-122"/>
                <a:cs typeface="+mn-cs"/>
              </a:rPr>
              <a:t>天线</a:t>
            </a:r>
          </a:p>
        </p:txBody>
      </p:sp>
      <p:sp>
        <p:nvSpPr>
          <p:cNvPr id="44" name="TextBox 43">
            <a:extLst>
              <a:ext uri="{FF2B5EF4-FFF2-40B4-BE49-F238E27FC236}">
                <a16:creationId xmlns:a16="http://schemas.microsoft.com/office/drawing/2014/main" id="{21A9CA11-ED1D-40ED-8F2F-81CC906016C3}"/>
              </a:ext>
            </a:extLst>
          </p:cNvPr>
          <p:cNvSpPr txBox="1"/>
          <p:nvPr/>
        </p:nvSpPr>
        <p:spPr>
          <a:xfrm>
            <a:off x="5703308" y="3104443"/>
            <a:ext cx="874176" cy="215444"/>
          </a:xfrm>
          <a:prstGeom prst="rect">
            <a:avLst/>
          </a:prstGeom>
          <a:noFill/>
        </p:spPr>
        <p:txBody>
          <a:bodyPr wrap="square" rtlCol="0">
            <a:spAutoFit/>
          </a:bodyPr>
          <a:lstStyle/>
          <a:p>
            <a:pPr marL="0" marR="0" lvl="0" indent="0" algn="l" defTabSz="45698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rPr>
              <a:t>TH110-R</a:t>
            </a:r>
            <a:endParaRPr kumimoji="0" lang="zh-CN" altLang="en-US"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endParaRPr>
          </a:p>
        </p:txBody>
      </p:sp>
      <p:pic>
        <p:nvPicPr>
          <p:cNvPr id="45" name="Picture 44">
            <a:extLst>
              <a:ext uri="{FF2B5EF4-FFF2-40B4-BE49-F238E27FC236}">
                <a16:creationId xmlns:a16="http://schemas.microsoft.com/office/drawing/2014/main" id="{0B75FDFC-8AC9-4FBC-9375-8C8E07722FD2}"/>
              </a:ext>
            </a:extLst>
          </p:cNvPr>
          <p:cNvPicPr>
            <a:picLocks noChangeAspect="1"/>
          </p:cNvPicPr>
          <p:nvPr/>
        </p:nvPicPr>
        <p:blipFill rotWithShape="1">
          <a:blip r:embed="rId6"/>
          <a:srcRect r="20584"/>
          <a:stretch/>
        </p:blipFill>
        <p:spPr>
          <a:xfrm>
            <a:off x="7314498" y="2578311"/>
            <a:ext cx="571211" cy="903083"/>
          </a:xfrm>
          <a:prstGeom prst="rect">
            <a:avLst/>
          </a:prstGeom>
        </p:spPr>
      </p:pic>
      <p:sp>
        <p:nvSpPr>
          <p:cNvPr id="49" name="TextBox 48">
            <a:extLst>
              <a:ext uri="{FF2B5EF4-FFF2-40B4-BE49-F238E27FC236}">
                <a16:creationId xmlns:a16="http://schemas.microsoft.com/office/drawing/2014/main" id="{D9E4136A-32CC-4663-9B27-D8C8FF0339B2}"/>
              </a:ext>
            </a:extLst>
          </p:cNvPr>
          <p:cNvSpPr txBox="1"/>
          <p:nvPr/>
        </p:nvSpPr>
        <p:spPr>
          <a:xfrm>
            <a:off x="6645850" y="2360615"/>
            <a:ext cx="447558" cy="261610"/>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itchFamily="34" charset="0"/>
                <a:ea typeface="PMingLiU" pitchFamily="18" charset="-120"/>
                <a:cs typeface="+mn-cs"/>
              </a:rPr>
              <a:t>RFID</a:t>
            </a:r>
          </a:p>
        </p:txBody>
      </p:sp>
      <p:pic>
        <p:nvPicPr>
          <p:cNvPr id="51" name="图片 1">
            <a:extLst>
              <a:ext uri="{FF2B5EF4-FFF2-40B4-BE49-F238E27FC236}">
                <a16:creationId xmlns:a16="http://schemas.microsoft.com/office/drawing/2014/main" id="{84950953-D510-4028-A4B0-C6249A273BA9}"/>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843221" y="2636215"/>
            <a:ext cx="809934" cy="38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188ADF52-CAAE-4F9F-BEA1-9F11630B93A7}"/>
              </a:ext>
            </a:extLst>
          </p:cNvPr>
          <p:cNvPicPr>
            <a:picLocks noChangeAspect="1"/>
          </p:cNvPicPr>
          <p:nvPr/>
        </p:nvPicPr>
        <p:blipFill>
          <a:blip r:embed="rId8"/>
          <a:stretch>
            <a:fillRect/>
          </a:stretch>
        </p:blipFill>
        <p:spPr>
          <a:xfrm>
            <a:off x="619913" y="3258415"/>
            <a:ext cx="1580994" cy="1097280"/>
          </a:xfrm>
          <a:prstGeom prst="rect">
            <a:avLst/>
          </a:prstGeom>
        </p:spPr>
      </p:pic>
      <p:sp>
        <p:nvSpPr>
          <p:cNvPr id="55" name="テキスト ボックス 30">
            <a:extLst>
              <a:ext uri="{FF2B5EF4-FFF2-40B4-BE49-F238E27FC236}">
                <a16:creationId xmlns:a16="http://schemas.microsoft.com/office/drawing/2014/main" id="{CF7EE905-0B3B-49C0-B5DD-836D30475D71}"/>
              </a:ext>
            </a:extLst>
          </p:cNvPr>
          <p:cNvSpPr txBox="1"/>
          <p:nvPr/>
        </p:nvSpPr>
        <p:spPr>
          <a:xfrm>
            <a:off x="658137" y="969657"/>
            <a:ext cx="2590051" cy="807907"/>
          </a:xfrm>
          <a:prstGeom prst="rect">
            <a:avLst/>
          </a:prstGeom>
          <a:noFill/>
        </p:spPr>
        <p:txBody>
          <a:bodyPr wrap="square" lIns="68575" tIns="34287" rIns="68575" bIns="34287">
            <a:spAutoFit/>
          </a:bodyPr>
          <a:lstStyle>
            <a:defPPr>
              <a:defRPr lang="zh-CN"/>
            </a:defPPr>
            <a:lvl1pPr defTabSz="913688">
              <a:defRPr>
                <a:solidFill>
                  <a:schemeClr val="bg1"/>
                </a:solidFill>
                <a:latin typeface="微软雅黑" panose="020B0503020204020204" charset="-122"/>
                <a:ea typeface="微软雅黑" panose="020B0503020204020204" charset="-122"/>
              </a:defRPr>
            </a:lvl1pPr>
          </a:lstStyle>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B050"/>
                </a:solidFill>
                <a:effectLst/>
                <a:uLnTx/>
                <a:uFillTx/>
                <a:latin typeface="Arial"/>
                <a:ea typeface="微软雅黑" panose="020B0503020204020204" charset="-122"/>
                <a:cs typeface="Arial"/>
              </a:rPr>
              <a:t>IED</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1- Protection</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2- Metering </a:t>
            </a:r>
          </a:p>
          <a:p>
            <a:pPr marL="0" marR="0" lvl="0" indent="0" algn="l" defTabSz="685266"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26469"/>
                </a:solidFill>
                <a:effectLst/>
                <a:uLnTx/>
                <a:uFillTx/>
                <a:latin typeface="Arial"/>
                <a:ea typeface="微软雅黑" panose="020B0503020204020204" charset="-122"/>
                <a:cs typeface="Arial"/>
              </a:rPr>
              <a:t>3- Condition Monitoring</a:t>
            </a:r>
          </a:p>
        </p:txBody>
      </p:sp>
      <p:pic>
        <p:nvPicPr>
          <p:cNvPr id="56" name="Picture 72">
            <a:extLst>
              <a:ext uri="{FF2B5EF4-FFF2-40B4-BE49-F238E27FC236}">
                <a16:creationId xmlns:a16="http://schemas.microsoft.com/office/drawing/2014/main" id="{D36AD0FA-902C-4F17-8756-BCB33E33FDC1}"/>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8169583" y="1314242"/>
            <a:ext cx="970848" cy="64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2" descr="R:\Marketing_SAS\Marketing_EAI_protection_products\_Departement\Documentation_LB\Schneider Electric\pictures\Pantel_Easergy P5_3D\PM104277\PM104277.png">
            <a:extLst>
              <a:ext uri="{FF2B5EF4-FFF2-40B4-BE49-F238E27FC236}">
                <a16:creationId xmlns:a16="http://schemas.microsoft.com/office/drawing/2014/main" id="{195BEBA4-25BE-4DB1-B115-92A4E0A5466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2387848" y="1046416"/>
            <a:ext cx="617204" cy="688592"/>
          </a:xfrm>
          <a:prstGeom prst="rect">
            <a:avLst/>
          </a:prstGeom>
          <a:noFill/>
        </p:spPr>
      </p:pic>
      <p:grpSp>
        <p:nvGrpSpPr>
          <p:cNvPr id="69" name="Gruppieren 159">
            <a:extLst>
              <a:ext uri="{FF2B5EF4-FFF2-40B4-BE49-F238E27FC236}">
                <a16:creationId xmlns:a16="http://schemas.microsoft.com/office/drawing/2014/main" id="{47FC8D83-7365-48F3-A7FD-2E8773C76020}"/>
              </a:ext>
            </a:extLst>
          </p:cNvPr>
          <p:cNvGrpSpPr/>
          <p:nvPr/>
        </p:nvGrpSpPr>
        <p:grpSpPr>
          <a:xfrm>
            <a:off x="7828564" y="4298877"/>
            <a:ext cx="665380" cy="516131"/>
            <a:chOff x="3874766" y="4280460"/>
            <a:chExt cx="665380" cy="516131"/>
          </a:xfrm>
        </p:grpSpPr>
        <p:sp>
          <p:nvSpPr>
            <p:cNvPr id="70" name="Textfeld 160">
              <a:extLst>
                <a:ext uri="{FF2B5EF4-FFF2-40B4-BE49-F238E27FC236}">
                  <a16:creationId xmlns:a16="http://schemas.microsoft.com/office/drawing/2014/main" id="{D0A85844-6392-401E-8E72-C057B2450823}"/>
                </a:ext>
              </a:extLst>
            </p:cNvPr>
            <p:cNvSpPr txBox="1"/>
            <p:nvPr/>
          </p:nvSpPr>
          <p:spPr>
            <a:xfrm>
              <a:off x="3874766" y="4581147"/>
              <a:ext cx="665380" cy="215444"/>
            </a:xfrm>
            <a:prstGeom prst="rect">
              <a:avLst/>
            </a:prstGeom>
            <a:noFill/>
          </p:spPr>
          <p:txBody>
            <a:bodyPr wrap="square" rtlCol="0">
              <a:spAutoFit/>
            </a:bodyPr>
            <a:lstStyle>
              <a:defPPr>
                <a:defRPr lang="en-US"/>
              </a:defPPr>
              <a:lvl1pPr marR="0" lvl="0" indent="0" defTabSz="456980" fontAlgn="auto">
                <a:lnSpc>
                  <a:spcPct val="100000"/>
                </a:lnSpc>
                <a:spcBef>
                  <a:spcPts val="0"/>
                </a:spcBef>
                <a:spcAft>
                  <a:spcPts val="0"/>
                </a:spcAft>
                <a:buClrTx/>
                <a:buSzTx/>
                <a:buFontTx/>
                <a:buNone/>
                <a:tabLst/>
                <a:defRPr kumimoji="0" sz="800" b="0" i="0" u="none" strike="noStrike" cap="none" spc="0" normalizeH="0" baseline="0">
                  <a:ln>
                    <a:noFill/>
                  </a:ln>
                  <a:solidFill>
                    <a:prstClr val="black"/>
                  </a:solidFill>
                  <a:effectLst/>
                  <a:uLnTx/>
                  <a:uFillTx/>
                  <a:latin typeface="Arial"/>
                  <a:ea typeface="华文新魏" panose="02010800040101010101" pitchFamily="2" charset="-122"/>
                </a:defRPr>
              </a:lvl1pPr>
            </a:lstStyle>
            <a:p>
              <a:pPr marL="0" marR="0" lvl="0" indent="0" algn="l" defTabSz="45698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rPr>
                <a:t>TH110</a:t>
              </a:r>
            </a:p>
          </p:txBody>
        </p:sp>
        <p:pic>
          <p:nvPicPr>
            <p:cNvPr id="71" name="Picture 2">
              <a:extLst>
                <a:ext uri="{FF2B5EF4-FFF2-40B4-BE49-F238E27FC236}">
                  <a16:creationId xmlns:a16="http://schemas.microsoft.com/office/drawing/2014/main" id="{DEB37547-8590-4E15-8C00-E0F42A783A7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rot="899955">
              <a:off x="3945969" y="4280460"/>
              <a:ext cx="332181" cy="333261"/>
            </a:xfrm>
            <a:prstGeom prst="rect">
              <a:avLst/>
            </a:prstGeom>
            <a:noFill/>
            <a:ln w="12700" algn="ctr">
              <a:noFill/>
              <a:miter lim="800000"/>
              <a:headEnd/>
              <a:tailEnd/>
            </a:ln>
          </p:spPr>
        </p:pic>
      </p:grpSp>
      <p:sp>
        <p:nvSpPr>
          <p:cNvPr id="74" name="Freeform 263">
            <a:extLst>
              <a:ext uri="{FF2B5EF4-FFF2-40B4-BE49-F238E27FC236}">
                <a16:creationId xmlns:a16="http://schemas.microsoft.com/office/drawing/2014/main" id="{F6CA76FE-22A5-4741-9C03-0CDEF2EE7418}"/>
              </a:ext>
            </a:extLst>
          </p:cNvPr>
          <p:cNvSpPr>
            <a:spLocks/>
          </p:cNvSpPr>
          <p:nvPr/>
        </p:nvSpPr>
        <p:spPr bwMode="auto">
          <a:xfrm rot="2005751" flipH="1" flipV="1">
            <a:off x="8155882" y="4175754"/>
            <a:ext cx="88707" cy="105076"/>
          </a:xfrm>
          <a:custGeom>
            <a:avLst/>
            <a:gdLst/>
            <a:ahLst/>
            <a:cxnLst>
              <a:cxn ang="0">
                <a:pos x="269" y="4"/>
              </a:cxn>
              <a:cxn ang="0">
                <a:pos x="259" y="0"/>
              </a:cxn>
              <a:cxn ang="0">
                <a:pos x="250" y="4"/>
              </a:cxn>
              <a:cxn ang="0">
                <a:pos x="184" y="70"/>
              </a:cxn>
              <a:cxn ang="0">
                <a:pos x="180" y="80"/>
              </a:cxn>
              <a:cxn ang="0">
                <a:pos x="184" y="89"/>
              </a:cxn>
              <a:cxn ang="0">
                <a:pos x="243" y="231"/>
              </a:cxn>
              <a:cxn ang="0">
                <a:pos x="193" y="362"/>
              </a:cxn>
              <a:cxn ang="0">
                <a:pos x="148" y="316"/>
              </a:cxn>
              <a:cxn ang="0">
                <a:pos x="178" y="230"/>
              </a:cxn>
              <a:cxn ang="0">
                <a:pos x="139" y="135"/>
              </a:cxn>
              <a:cxn ang="0">
                <a:pos x="120" y="134"/>
              </a:cxn>
              <a:cxn ang="0">
                <a:pos x="54" y="195"/>
              </a:cxn>
              <a:cxn ang="0">
                <a:pos x="44" y="193"/>
              </a:cxn>
              <a:cxn ang="0">
                <a:pos x="15" y="202"/>
              </a:cxn>
              <a:cxn ang="0">
                <a:pos x="2" y="229"/>
              </a:cxn>
              <a:cxn ang="0">
                <a:pos x="37" y="271"/>
              </a:cxn>
              <a:cxn ang="0">
                <a:pos x="66" y="262"/>
              </a:cxn>
              <a:cxn ang="0">
                <a:pos x="80" y="236"/>
              </a:cxn>
              <a:cxn ang="0">
                <a:pos x="74" y="213"/>
              </a:cxn>
              <a:cxn ang="0">
                <a:pos x="128" y="163"/>
              </a:cxn>
              <a:cxn ang="0">
                <a:pos x="152" y="230"/>
              </a:cxn>
              <a:cxn ang="0">
                <a:pos x="120" y="307"/>
              </a:cxn>
              <a:cxn ang="0">
                <a:pos x="116" y="317"/>
              </a:cxn>
              <a:cxn ang="0">
                <a:pos x="120" y="326"/>
              </a:cxn>
              <a:cxn ang="0">
                <a:pos x="184" y="391"/>
              </a:cxn>
              <a:cxn ang="0">
                <a:pos x="193" y="395"/>
              </a:cxn>
              <a:cxn ang="0">
                <a:pos x="203" y="391"/>
              </a:cxn>
              <a:cxn ang="0">
                <a:pos x="269" y="231"/>
              </a:cxn>
              <a:cxn ang="0">
                <a:pos x="269" y="231"/>
              </a:cxn>
              <a:cxn ang="0">
                <a:pos x="212" y="80"/>
              </a:cxn>
              <a:cxn ang="0">
                <a:pos x="259" y="32"/>
              </a:cxn>
              <a:cxn ang="0">
                <a:pos x="336" y="230"/>
              </a:cxn>
              <a:cxn ang="0">
                <a:pos x="336" y="230"/>
              </a:cxn>
              <a:cxn ang="0">
                <a:pos x="250" y="438"/>
              </a:cxn>
              <a:cxn ang="0">
                <a:pos x="246" y="448"/>
              </a:cxn>
              <a:cxn ang="0">
                <a:pos x="250" y="457"/>
              </a:cxn>
              <a:cxn ang="0">
                <a:pos x="269" y="457"/>
              </a:cxn>
              <a:cxn ang="0">
                <a:pos x="363" y="230"/>
              </a:cxn>
              <a:cxn ang="0">
                <a:pos x="269" y="4"/>
              </a:cxn>
            </a:cxnLst>
            <a:rect l="0" t="0" r="r" b="b"/>
            <a:pathLst>
              <a:path w="363" h="462">
                <a:moveTo>
                  <a:pt x="269" y="4"/>
                </a:moveTo>
                <a:cubicBezTo>
                  <a:pt x="266" y="1"/>
                  <a:pt x="263" y="0"/>
                  <a:pt x="259" y="0"/>
                </a:cubicBezTo>
                <a:cubicBezTo>
                  <a:pt x="255" y="0"/>
                  <a:pt x="252" y="1"/>
                  <a:pt x="250" y="4"/>
                </a:cubicBezTo>
                <a:cubicBezTo>
                  <a:pt x="184" y="70"/>
                  <a:pt x="184" y="70"/>
                  <a:pt x="184" y="70"/>
                </a:cubicBezTo>
                <a:cubicBezTo>
                  <a:pt x="181" y="73"/>
                  <a:pt x="180" y="76"/>
                  <a:pt x="180" y="80"/>
                </a:cubicBezTo>
                <a:cubicBezTo>
                  <a:pt x="180" y="83"/>
                  <a:pt x="181" y="87"/>
                  <a:pt x="184" y="89"/>
                </a:cubicBezTo>
                <a:cubicBezTo>
                  <a:pt x="222" y="127"/>
                  <a:pt x="243" y="177"/>
                  <a:pt x="243" y="231"/>
                </a:cubicBezTo>
                <a:cubicBezTo>
                  <a:pt x="243" y="280"/>
                  <a:pt x="225" y="326"/>
                  <a:pt x="193" y="362"/>
                </a:cubicBezTo>
                <a:cubicBezTo>
                  <a:pt x="181" y="350"/>
                  <a:pt x="158" y="327"/>
                  <a:pt x="148" y="316"/>
                </a:cubicBezTo>
                <a:cubicBezTo>
                  <a:pt x="168" y="291"/>
                  <a:pt x="178" y="261"/>
                  <a:pt x="178" y="230"/>
                </a:cubicBezTo>
                <a:cubicBezTo>
                  <a:pt x="178" y="196"/>
                  <a:pt x="165" y="161"/>
                  <a:pt x="139" y="135"/>
                </a:cubicBezTo>
                <a:cubicBezTo>
                  <a:pt x="134" y="130"/>
                  <a:pt x="126" y="129"/>
                  <a:pt x="120" y="134"/>
                </a:cubicBezTo>
                <a:cubicBezTo>
                  <a:pt x="54" y="195"/>
                  <a:pt x="54" y="195"/>
                  <a:pt x="54" y="195"/>
                </a:cubicBezTo>
                <a:cubicBezTo>
                  <a:pt x="51" y="194"/>
                  <a:pt x="48" y="193"/>
                  <a:pt x="44" y="193"/>
                </a:cubicBezTo>
                <a:cubicBezTo>
                  <a:pt x="33" y="193"/>
                  <a:pt x="24" y="195"/>
                  <a:pt x="15" y="202"/>
                </a:cubicBezTo>
                <a:cubicBezTo>
                  <a:pt x="8" y="209"/>
                  <a:pt x="3" y="218"/>
                  <a:pt x="2" y="229"/>
                </a:cubicBezTo>
                <a:cubicBezTo>
                  <a:pt x="0" y="248"/>
                  <a:pt x="16" y="271"/>
                  <a:pt x="37" y="271"/>
                </a:cubicBezTo>
                <a:cubicBezTo>
                  <a:pt x="48" y="271"/>
                  <a:pt x="57" y="269"/>
                  <a:pt x="66" y="262"/>
                </a:cubicBezTo>
                <a:cubicBezTo>
                  <a:pt x="74" y="256"/>
                  <a:pt x="79" y="246"/>
                  <a:pt x="80" y="236"/>
                </a:cubicBezTo>
                <a:cubicBezTo>
                  <a:pt x="80" y="228"/>
                  <a:pt x="78" y="220"/>
                  <a:pt x="74" y="213"/>
                </a:cubicBezTo>
                <a:cubicBezTo>
                  <a:pt x="84" y="203"/>
                  <a:pt x="116" y="174"/>
                  <a:pt x="128" y="163"/>
                </a:cubicBezTo>
                <a:cubicBezTo>
                  <a:pt x="144" y="183"/>
                  <a:pt x="152" y="207"/>
                  <a:pt x="152" y="230"/>
                </a:cubicBezTo>
                <a:cubicBezTo>
                  <a:pt x="152" y="258"/>
                  <a:pt x="141" y="286"/>
                  <a:pt x="120" y="307"/>
                </a:cubicBezTo>
                <a:cubicBezTo>
                  <a:pt x="117" y="310"/>
                  <a:pt x="116" y="313"/>
                  <a:pt x="116" y="317"/>
                </a:cubicBezTo>
                <a:cubicBezTo>
                  <a:pt x="116" y="320"/>
                  <a:pt x="117" y="323"/>
                  <a:pt x="120" y="326"/>
                </a:cubicBezTo>
                <a:cubicBezTo>
                  <a:pt x="184" y="391"/>
                  <a:pt x="184" y="391"/>
                  <a:pt x="184" y="391"/>
                </a:cubicBezTo>
                <a:cubicBezTo>
                  <a:pt x="186" y="394"/>
                  <a:pt x="190" y="395"/>
                  <a:pt x="193" y="395"/>
                </a:cubicBezTo>
                <a:cubicBezTo>
                  <a:pt x="197" y="395"/>
                  <a:pt x="200" y="394"/>
                  <a:pt x="203" y="391"/>
                </a:cubicBezTo>
                <a:cubicBezTo>
                  <a:pt x="246" y="348"/>
                  <a:pt x="269" y="291"/>
                  <a:pt x="269" y="231"/>
                </a:cubicBezTo>
                <a:cubicBezTo>
                  <a:pt x="269" y="231"/>
                  <a:pt x="269" y="231"/>
                  <a:pt x="269" y="231"/>
                </a:cubicBezTo>
                <a:cubicBezTo>
                  <a:pt x="269" y="175"/>
                  <a:pt x="249" y="122"/>
                  <a:pt x="212" y="80"/>
                </a:cubicBezTo>
                <a:cubicBezTo>
                  <a:pt x="223" y="69"/>
                  <a:pt x="247" y="44"/>
                  <a:pt x="259" y="32"/>
                </a:cubicBezTo>
                <a:cubicBezTo>
                  <a:pt x="309" y="86"/>
                  <a:pt x="336" y="156"/>
                  <a:pt x="336" y="230"/>
                </a:cubicBezTo>
                <a:cubicBezTo>
                  <a:pt x="336" y="230"/>
                  <a:pt x="336" y="230"/>
                  <a:pt x="336" y="230"/>
                </a:cubicBezTo>
                <a:cubicBezTo>
                  <a:pt x="336" y="309"/>
                  <a:pt x="305" y="383"/>
                  <a:pt x="250" y="438"/>
                </a:cubicBezTo>
                <a:cubicBezTo>
                  <a:pt x="247" y="441"/>
                  <a:pt x="246" y="444"/>
                  <a:pt x="246" y="448"/>
                </a:cubicBezTo>
                <a:cubicBezTo>
                  <a:pt x="246" y="451"/>
                  <a:pt x="247" y="454"/>
                  <a:pt x="250" y="457"/>
                </a:cubicBezTo>
                <a:cubicBezTo>
                  <a:pt x="255" y="462"/>
                  <a:pt x="263" y="462"/>
                  <a:pt x="269" y="457"/>
                </a:cubicBezTo>
                <a:cubicBezTo>
                  <a:pt x="329" y="396"/>
                  <a:pt x="363" y="316"/>
                  <a:pt x="363" y="230"/>
                </a:cubicBezTo>
                <a:cubicBezTo>
                  <a:pt x="363" y="145"/>
                  <a:pt x="329" y="64"/>
                  <a:pt x="269" y="4"/>
                </a:cubicBezTo>
                <a:close/>
              </a:path>
            </a:pathLst>
          </a:custGeom>
          <a:solidFill>
            <a:srgbClr val="36C746"/>
          </a:solidFill>
          <a:ln w="3175">
            <a:solidFill>
              <a:schemeClr val="bg2"/>
            </a:solidFill>
            <a:round/>
            <a:headEnd/>
            <a:tailEnd/>
          </a:ln>
        </p:spPr>
        <p:txBody>
          <a:bodyPr vert="horz" wrap="square" lIns="68544" tIns="34273" rIns="68544" bIns="342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457181"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Arial"/>
              <a:ea typeface="+mn-ea"/>
              <a:cs typeface="+mn-cs"/>
            </a:endParaRPr>
          </a:p>
        </p:txBody>
      </p:sp>
      <p:grpSp>
        <p:nvGrpSpPr>
          <p:cNvPr id="75" name="Gruppieren 159">
            <a:extLst>
              <a:ext uri="{FF2B5EF4-FFF2-40B4-BE49-F238E27FC236}">
                <a16:creationId xmlns:a16="http://schemas.microsoft.com/office/drawing/2014/main" id="{BA5EAD65-4781-4241-A18D-A4555A49DBFB}"/>
              </a:ext>
            </a:extLst>
          </p:cNvPr>
          <p:cNvGrpSpPr/>
          <p:nvPr/>
        </p:nvGrpSpPr>
        <p:grpSpPr>
          <a:xfrm>
            <a:off x="2982309" y="1269712"/>
            <a:ext cx="665380" cy="524082"/>
            <a:chOff x="4304915" y="4281504"/>
            <a:chExt cx="665380" cy="524082"/>
          </a:xfrm>
        </p:grpSpPr>
        <p:pic>
          <p:nvPicPr>
            <p:cNvPr id="78" name="Image 70">
              <a:extLst>
                <a:ext uri="{FF2B5EF4-FFF2-40B4-BE49-F238E27FC236}">
                  <a16:creationId xmlns:a16="http://schemas.microsoft.com/office/drawing/2014/main" id="{AB3E0A4A-305E-4CC9-BB56-5BE9FA4DCDC5}"/>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4394946" y="4281504"/>
              <a:ext cx="387617" cy="287944"/>
            </a:xfrm>
            <a:prstGeom prst="rect">
              <a:avLst/>
            </a:prstGeom>
          </p:spPr>
        </p:pic>
        <p:sp>
          <p:nvSpPr>
            <p:cNvPr id="79" name="Textfeld 163">
              <a:extLst>
                <a:ext uri="{FF2B5EF4-FFF2-40B4-BE49-F238E27FC236}">
                  <a16:creationId xmlns:a16="http://schemas.microsoft.com/office/drawing/2014/main" id="{B09D88E7-BAD1-4685-A230-B0E17996ACC3}"/>
                </a:ext>
              </a:extLst>
            </p:cNvPr>
            <p:cNvSpPr txBox="1"/>
            <p:nvPr/>
          </p:nvSpPr>
          <p:spPr>
            <a:xfrm>
              <a:off x="4304915" y="4590142"/>
              <a:ext cx="665380" cy="215444"/>
            </a:xfrm>
            <a:prstGeom prst="rect">
              <a:avLst/>
            </a:prstGeom>
            <a:noFill/>
          </p:spPr>
          <p:txBody>
            <a:bodyPr wrap="square" rtlCol="0">
              <a:spAutoFit/>
            </a:bodyPr>
            <a:lstStyle>
              <a:defPPr>
                <a:defRPr lang="en-US"/>
              </a:defPPr>
              <a:lvl1pPr marR="0" lvl="0" indent="0" defTabSz="456980" fontAlgn="auto">
                <a:lnSpc>
                  <a:spcPct val="100000"/>
                </a:lnSpc>
                <a:spcBef>
                  <a:spcPts val="0"/>
                </a:spcBef>
                <a:spcAft>
                  <a:spcPts val="0"/>
                </a:spcAft>
                <a:buClrTx/>
                <a:buSzTx/>
                <a:buFontTx/>
                <a:buNone/>
                <a:tabLst/>
                <a:defRPr kumimoji="0" sz="800" b="0" i="0" u="none" strike="noStrike" cap="none" spc="0" normalizeH="0" baseline="0">
                  <a:ln>
                    <a:noFill/>
                  </a:ln>
                  <a:solidFill>
                    <a:prstClr val="black"/>
                  </a:solidFill>
                  <a:effectLst/>
                  <a:uLnTx/>
                  <a:uFillTx/>
                  <a:latin typeface="Arial"/>
                  <a:ea typeface="华文新魏" panose="02010800040101010101" pitchFamily="2" charset="-122"/>
                </a:defRPr>
              </a:lvl1pPr>
            </a:lstStyle>
            <a:p>
              <a:pPr marL="0" marR="0" lvl="0" indent="0" algn="l" defTabSz="45698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rPr>
                <a:t>CL110</a:t>
              </a:r>
            </a:p>
          </p:txBody>
        </p:sp>
      </p:grpSp>
      <p:grpSp>
        <p:nvGrpSpPr>
          <p:cNvPr id="80" name="Gruppieren 96">
            <a:extLst>
              <a:ext uri="{FF2B5EF4-FFF2-40B4-BE49-F238E27FC236}">
                <a16:creationId xmlns:a16="http://schemas.microsoft.com/office/drawing/2014/main" id="{2B2E540B-D7F2-4FA8-AD9F-40C87A7F7791}"/>
              </a:ext>
            </a:extLst>
          </p:cNvPr>
          <p:cNvGrpSpPr/>
          <p:nvPr/>
        </p:nvGrpSpPr>
        <p:grpSpPr>
          <a:xfrm>
            <a:off x="3950190" y="4591539"/>
            <a:ext cx="2060191" cy="461665"/>
            <a:chOff x="6795173" y="4245609"/>
            <a:chExt cx="2060191" cy="461665"/>
          </a:xfrm>
        </p:grpSpPr>
        <p:sp>
          <p:nvSpPr>
            <p:cNvPr id="81" name="Textfeld 97">
              <a:extLst>
                <a:ext uri="{FF2B5EF4-FFF2-40B4-BE49-F238E27FC236}">
                  <a16:creationId xmlns:a16="http://schemas.microsoft.com/office/drawing/2014/main" id="{FF3009D3-82FE-4662-B084-364C01E7ACC4}"/>
                </a:ext>
              </a:extLst>
            </p:cNvPr>
            <p:cNvSpPr txBox="1"/>
            <p:nvPr/>
          </p:nvSpPr>
          <p:spPr>
            <a:xfrm>
              <a:off x="6795173" y="4245609"/>
              <a:ext cx="2060191" cy="461665"/>
            </a:xfrm>
            <a:prstGeom prst="rect">
              <a:avLst/>
            </a:prstGeom>
            <a:noFill/>
          </p:spPr>
          <p:txBody>
            <a:bodyPr wrap="square" rtlCol="0">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626469"/>
                  </a:solidFill>
                  <a:effectLst/>
                  <a:uLnTx/>
                  <a:uFillTx/>
                  <a:latin typeface="Arial"/>
                  <a:ea typeface="+mn-ea"/>
                  <a:cs typeface="+mn-cs"/>
                </a:rPr>
                <a:t>Note: </a:t>
              </a: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626469"/>
                  </a:solidFill>
                  <a:effectLst/>
                  <a:uLnTx/>
                  <a:uFillTx/>
                  <a:latin typeface="Arial"/>
                  <a:ea typeface="+mn-ea"/>
                  <a:cs typeface="+mn-cs"/>
                </a:rPr>
                <a:t>	     Zigbee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de-DE" sz="600" b="0" i="0" u="none" strike="noStrike" kern="1200" cap="none" spc="0" normalizeH="0" baseline="0" noProof="0" dirty="0">
                <a:ln>
                  <a:noFill/>
                </a:ln>
                <a:solidFill>
                  <a:srgbClr val="626469"/>
                </a:solidFill>
                <a:effectLst/>
                <a:uLnTx/>
                <a:uFillTx/>
                <a:latin typeface="Arial"/>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626469"/>
                  </a:solidFill>
                  <a:effectLst/>
                  <a:uLnTx/>
                  <a:uFillTx/>
                  <a:latin typeface="Arial"/>
                  <a:ea typeface="+mn-ea"/>
                  <a:cs typeface="+mn-cs"/>
                </a:rPr>
                <a:t>	     RFID</a:t>
              </a:r>
              <a:endParaRPr kumimoji="0" lang="en-GB" sz="600" b="0" i="0" u="none" strike="noStrike" kern="1200" cap="none" spc="0" normalizeH="0" baseline="0" noProof="0" dirty="0">
                <a:ln>
                  <a:noFill/>
                </a:ln>
                <a:solidFill>
                  <a:srgbClr val="626469"/>
                </a:solidFill>
                <a:effectLst/>
                <a:uLnTx/>
                <a:uFillTx/>
                <a:latin typeface="Arial"/>
                <a:ea typeface="+mn-ea"/>
                <a:cs typeface="+mn-cs"/>
              </a:endParaRPr>
            </a:p>
          </p:txBody>
        </p:sp>
        <p:sp>
          <p:nvSpPr>
            <p:cNvPr id="82" name="Freeform 263">
              <a:extLst>
                <a:ext uri="{FF2B5EF4-FFF2-40B4-BE49-F238E27FC236}">
                  <a16:creationId xmlns:a16="http://schemas.microsoft.com/office/drawing/2014/main" id="{A9155C0F-8EDA-41DF-958B-856C1A8C04EF}"/>
                </a:ext>
              </a:extLst>
            </p:cNvPr>
            <p:cNvSpPr>
              <a:spLocks/>
            </p:cNvSpPr>
            <p:nvPr/>
          </p:nvSpPr>
          <p:spPr bwMode="auto">
            <a:xfrm rot="10800000" flipH="1" flipV="1">
              <a:off x="7287580" y="4371365"/>
              <a:ext cx="88707" cy="105076"/>
            </a:xfrm>
            <a:custGeom>
              <a:avLst/>
              <a:gdLst/>
              <a:ahLst/>
              <a:cxnLst>
                <a:cxn ang="0">
                  <a:pos x="269" y="4"/>
                </a:cxn>
                <a:cxn ang="0">
                  <a:pos x="259" y="0"/>
                </a:cxn>
                <a:cxn ang="0">
                  <a:pos x="250" y="4"/>
                </a:cxn>
                <a:cxn ang="0">
                  <a:pos x="184" y="70"/>
                </a:cxn>
                <a:cxn ang="0">
                  <a:pos x="180" y="80"/>
                </a:cxn>
                <a:cxn ang="0">
                  <a:pos x="184" y="89"/>
                </a:cxn>
                <a:cxn ang="0">
                  <a:pos x="243" y="231"/>
                </a:cxn>
                <a:cxn ang="0">
                  <a:pos x="193" y="362"/>
                </a:cxn>
                <a:cxn ang="0">
                  <a:pos x="148" y="316"/>
                </a:cxn>
                <a:cxn ang="0">
                  <a:pos x="178" y="230"/>
                </a:cxn>
                <a:cxn ang="0">
                  <a:pos x="139" y="135"/>
                </a:cxn>
                <a:cxn ang="0">
                  <a:pos x="120" y="134"/>
                </a:cxn>
                <a:cxn ang="0">
                  <a:pos x="54" y="195"/>
                </a:cxn>
                <a:cxn ang="0">
                  <a:pos x="44" y="193"/>
                </a:cxn>
                <a:cxn ang="0">
                  <a:pos x="15" y="202"/>
                </a:cxn>
                <a:cxn ang="0">
                  <a:pos x="2" y="229"/>
                </a:cxn>
                <a:cxn ang="0">
                  <a:pos x="37" y="271"/>
                </a:cxn>
                <a:cxn ang="0">
                  <a:pos x="66" y="262"/>
                </a:cxn>
                <a:cxn ang="0">
                  <a:pos x="80" y="236"/>
                </a:cxn>
                <a:cxn ang="0">
                  <a:pos x="74" y="213"/>
                </a:cxn>
                <a:cxn ang="0">
                  <a:pos x="128" y="163"/>
                </a:cxn>
                <a:cxn ang="0">
                  <a:pos x="152" y="230"/>
                </a:cxn>
                <a:cxn ang="0">
                  <a:pos x="120" y="307"/>
                </a:cxn>
                <a:cxn ang="0">
                  <a:pos x="116" y="317"/>
                </a:cxn>
                <a:cxn ang="0">
                  <a:pos x="120" y="326"/>
                </a:cxn>
                <a:cxn ang="0">
                  <a:pos x="184" y="391"/>
                </a:cxn>
                <a:cxn ang="0">
                  <a:pos x="193" y="395"/>
                </a:cxn>
                <a:cxn ang="0">
                  <a:pos x="203" y="391"/>
                </a:cxn>
                <a:cxn ang="0">
                  <a:pos x="269" y="231"/>
                </a:cxn>
                <a:cxn ang="0">
                  <a:pos x="269" y="231"/>
                </a:cxn>
                <a:cxn ang="0">
                  <a:pos x="212" y="80"/>
                </a:cxn>
                <a:cxn ang="0">
                  <a:pos x="259" y="32"/>
                </a:cxn>
                <a:cxn ang="0">
                  <a:pos x="336" y="230"/>
                </a:cxn>
                <a:cxn ang="0">
                  <a:pos x="336" y="230"/>
                </a:cxn>
                <a:cxn ang="0">
                  <a:pos x="250" y="438"/>
                </a:cxn>
                <a:cxn ang="0">
                  <a:pos x="246" y="448"/>
                </a:cxn>
                <a:cxn ang="0">
                  <a:pos x="250" y="457"/>
                </a:cxn>
                <a:cxn ang="0">
                  <a:pos x="269" y="457"/>
                </a:cxn>
                <a:cxn ang="0">
                  <a:pos x="363" y="230"/>
                </a:cxn>
                <a:cxn ang="0">
                  <a:pos x="269" y="4"/>
                </a:cxn>
              </a:cxnLst>
              <a:rect l="0" t="0" r="r" b="b"/>
              <a:pathLst>
                <a:path w="363" h="462">
                  <a:moveTo>
                    <a:pt x="269" y="4"/>
                  </a:moveTo>
                  <a:cubicBezTo>
                    <a:pt x="266" y="1"/>
                    <a:pt x="263" y="0"/>
                    <a:pt x="259" y="0"/>
                  </a:cubicBezTo>
                  <a:cubicBezTo>
                    <a:pt x="255" y="0"/>
                    <a:pt x="252" y="1"/>
                    <a:pt x="250" y="4"/>
                  </a:cubicBezTo>
                  <a:cubicBezTo>
                    <a:pt x="184" y="70"/>
                    <a:pt x="184" y="70"/>
                    <a:pt x="184" y="70"/>
                  </a:cubicBezTo>
                  <a:cubicBezTo>
                    <a:pt x="181" y="73"/>
                    <a:pt x="180" y="76"/>
                    <a:pt x="180" y="80"/>
                  </a:cubicBezTo>
                  <a:cubicBezTo>
                    <a:pt x="180" y="83"/>
                    <a:pt x="181" y="87"/>
                    <a:pt x="184" y="89"/>
                  </a:cubicBezTo>
                  <a:cubicBezTo>
                    <a:pt x="222" y="127"/>
                    <a:pt x="243" y="177"/>
                    <a:pt x="243" y="231"/>
                  </a:cubicBezTo>
                  <a:cubicBezTo>
                    <a:pt x="243" y="280"/>
                    <a:pt x="225" y="326"/>
                    <a:pt x="193" y="362"/>
                  </a:cubicBezTo>
                  <a:cubicBezTo>
                    <a:pt x="181" y="350"/>
                    <a:pt x="158" y="327"/>
                    <a:pt x="148" y="316"/>
                  </a:cubicBezTo>
                  <a:cubicBezTo>
                    <a:pt x="168" y="291"/>
                    <a:pt x="178" y="261"/>
                    <a:pt x="178" y="230"/>
                  </a:cubicBezTo>
                  <a:cubicBezTo>
                    <a:pt x="178" y="196"/>
                    <a:pt x="165" y="161"/>
                    <a:pt x="139" y="135"/>
                  </a:cubicBezTo>
                  <a:cubicBezTo>
                    <a:pt x="134" y="130"/>
                    <a:pt x="126" y="129"/>
                    <a:pt x="120" y="134"/>
                  </a:cubicBezTo>
                  <a:cubicBezTo>
                    <a:pt x="54" y="195"/>
                    <a:pt x="54" y="195"/>
                    <a:pt x="54" y="195"/>
                  </a:cubicBezTo>
                  <a:cubicBezTo>
                    <a:pt x="51" y="194"/>
                    <a:pt x="48" y="193"/>
                    <a:pt x="44" y="193"/>
                  </a:cubicBezTo>
                  <a:cubicBezTo>
                    <a:pt x="33" y="193"/>
                    <a:pt x="24" y="195"/>
                    <a:pt x="15" y="202"/>
                  </a:cubicBezTo>
                  <a:cubicBezTo>
                    <a:pt x="8" y="209"/>
                    <a:pt x="3" y="218"/>
                    <a:pt x="2" y="229"/>
                  </a:cubicBezTo>
                  <a:cubicBezTo>
                    <a:pt x="0" y="248"/>
                    <a:pt x="16" y="271"/>
                    <a:pt x="37" y="271"/>
                  </a:cubicBezTo>
                  <a:cubicBezTo>
                    <a:pt x="48" y="271"/>
                    <a:pt x="57" y="269"/>
                    <a:pt x="66" y="262"/>
                  </a:cubicBezTo>
                  <a:cubicBezTo>
                    <a:pt x="74" y="256"/>
                    <a:pt x="79" y="246"/>
                    <a:pt x="80" y="236"/>
                  </a:cubicBezTo>
                  <a:cubicBezTo>
                    <a:pt x="80" y="228"/>
                    <a:pt x="78" y="220"/>
                    <a:pt x="74" y="213"/>
                  </a:cubicBezTo>
                  <a:cubicBezTo>
                    <a:pt x="84" y="203"/>
                    <a:pt x="116" y="174"/>
                    <a:pt x="128" y="163"/>
                  </a:cubicBezTo>
                  <a:cubicBezTo>
                    <a:pt x="144" y="183"/>
                    <a:pt x="152" y="207"/>
                    <a:pt x="152" y="230"/>
                  </a:cubicBezTo>
                  <a:cubicBezTo>
                    <a:pt x="152" y="258"/>
                    <a:pt x="141" y="286"/>
                    <a:pt x="120" y="307"/>
                  </a:cubicBezTo>
                  <a:cubicBezTo>
                    <a:pt x="117" y="310"/>
                    <a:pt x="116" y="313"/>
                    <a:pt x="116" y="317"/>
                  </a:cubicBezTo>
                  <a:cubicBezTo>
                    <a:pt x="116" y="320"/>
                    <a:pt x="117" y="323"/>
                    <a:pt x="120" y="326"/>
                  </a:cubicBezTo>
                  <a:cubicBezTo>
                    <a:pt x="184" y="391"/>
                    <a:pt x="184" y="391"/>
                    <a:pt x="184" y="391"/>
                  </a:cubicBezTo>
                  <a:cubicBezTo>
                    <a:pt x="186" y="394"/>
                    <a:pt x="190" y="395"/>
                    <a:pt x="193" y="395"/>
                  </a:cubicBezTo>
                  <a:cubicBezTo>
                    <a:pt x="197" y="395"/>
                    <a:pt x="200" y="394"/>
                    <a:pt x="203" y="391"/>
                  </a:cubicBezTo>
                  <a:cubicBezTo>
                    <a:pt x="246" y="348"/>
                    <a:pt x="269" y="291"/>
                    <a:pt x="269" y="231"/>
                  </a:cubicBezTo>
                  <a:cubicBezTo>
                    <a:pt x="269" y="231"/>
                    <a:pt x="269" y="231"/>
                    <a:pt x="269" y="231"/>
                  </a:cubicBezTo>
                  <a:cubicBezTo>
                    <a:pt x="269" y="175"/>
                    <a:pt x="249" y="122"/>
                    <a:pt x="212" y="80"/>
                  </a:cubicBezTo>
                  <a:cubicBezTo>
                    <a:pt x="223" y="69"/>
                    <a:pt x="247" y="44"/>
                    <a:pt x="259" y="32"/>
                  </a:cubicBezTo>
                  <a:cubicBezTo>
                    <a:pt x="309" y="86"/>
                    <a:pt x="336" y="156"/>
                    <a:pt x="336" y="230"/>
                  </a:cubicBezTo>
                  <a:cubicBezTo>
                    <a:pt x="336" y="230"/>
                    <a:pt x="336" y="230"/>
                    <a:pt x="336" y="230"/>
                  </a:cubicBezTo>
                  <a:cubicBezTo>
                    <a:pt x="336" y="309"/>
                    <a:pt x="305" y="383"/>
                    <a:pt x="250" y="438"/>
                  </a:cubicBezTo>
                  <a:cubicBezTo>
                    <a:pt x="247" y="441"/>
                    <a:pt x="246" y="444"/>
                    <a:pt x="246" y="448"/>
                  </a:cubicBezTo>
                  <a:cubicBezTo>
                    <a:pt x="246" y="451"/>
                    <a:pt x="247" y="454"/>
                    <a:pt x="250" y="457"/>
                  </a:cubicBezTo>
                  <a:cubicBezTo>
                    <a:pt x="255" y="462"/>
                    <a:pt x="263" y="462"/>
                    <a:pt x="269" y="457"/>
                  </a:cubicBezTo>
                  <a:cubicBezTo>
                    <a:pt x="329" y="396"/>
                    <a:pt x="363" y="316"/>
                    <a:pt x="363" y="230"/>
                  </a:cubicBezTo>
                  <a:cubicBezTo>
                    <a:pt x="363" y="145"/>
                    <a:pt x="329" y="64"/>
                    <a:pt x="269" y="4"/>
                  </a:cubicBezTo>
                  <a:close/>
                </a:path>
              </a:pathLst>
            </a:custGeom>
            <a:solidFill>
              <a:srgbClr val="36C746"/>
            </a:solidFill>
            <a:ln w="3175">
              <a:solidFill>
                <a:schemeClr val="bg2"/>
              </a:solidFill>
              <a:round/>
              <a:headEnd/>
              <a:tailEnd/>
            </a:ln>
          </p:spPr>
          <p:txBody>
            <a:bodyPr vert="horz" wrap="square" lIns="68544" tIns="34273" rIns="68544" bIns="342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457181"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Arial"/>
                <a:ea typeface="+mn-ea"/>
                <a:cs typeface="+mn-cs"/>
              </a:endParaRPr>
            </a:p>
          </p:txBody>
        </p:sp>
      </p:grpSp>
      <p:pic>
        <p:nvPicPr>
          <p:cNvPr id="85" name="Picture 84">
            <a:extLst>
              <a:ext uri="{FF2B5EF4-FFF2-40B4-BE49-F238E27FC236}">
                <a16:creationId xmlns:a16="http://schemas.microsoft.com/office/drawing/2014/main" id="{4C8A6C77-135A-4880-B932-9C4ECC992874}"/>
              </a:ext>
            </a:extLst>
          </p:cNvPr>
          <p:cNvPicPr>
            <a:picLocks noChangeAspect="1"/>
          </p:cNvPicPr>
          <p:nvPr/>
        </p:nvPicPr>
        <p:blipFill>
          <a:blip r:embed="rId5"/>
          <a:stretch>
            <a:fillRect/>
          </a:stretch>
        </p:blipFill>
        <p:spPr>
          <a:xfrm rot="18993590">
            <a:off x="4423114" y="4879000"/>
            <a:ext cx="175847" cy="182880"/>
          </a:xfrm>
          <a:prstGeom prst="rect">
            <a:avLst/>
          </a:prstGeom>
        </p:spPr>
      </p:pic>
      <p:pic>
        <p:nvPicPr>
          <p:cNvPr id="2" name="Picture 1">
            <a:extLst>
              <a:ext uri="{FF2B5EF4-FFF2-40B4-BE49-F238E27FC236}">
                <a16:creationId xmlns:a16="http://schemas.microsoft.com/office/drawing/2014/main" id="{8199BBDD-303D-48DD-B015-986786862002}"/>
              </a:ext>
            </a:extLst>
          </p:cNvPr>
          <p:cNvPicPr>
            <a:picLocks noChangeAspect="1"/>
          </p:cNvPicPr>
          <p:nvPr/>
        </p:nvPicPr>
        <p:blipFill>
          <a:blip r:embed="rId13"/>
          <a:stretch>
            <a:fillRect/>
          </a:stretch>
        </p:blipFill>
        <p:spPr>
          <a:xfrm>
            <a:off x="2969150" y="1960916"/>
            <a:ext cx="1256582" cy="457200"/>
          </a:xfrm>
          <a:prstGeom prst="rect">
            <a:avLst/>
          </a:prstGeom>
        </p:spPr>
      </p:pic>
      <p:pic>
        <p:nvPicPr>
          <p:cNvPr id="48" name="图片 2">
            <a:extLst>
              <a:ext uri="{FF2B5EF4-FFF2-40B4-BE49-F238E27FC236}">
                <a16:creationId xmlns:a16="http://schemas.microsoft.com/office/drawing/2014/main" id="{DB540BF1-6905-4A69-8E04-C1F7080898A6}"/>
              </a:ext>
            </a:extLst>
          </p:cNvPr>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rot="5400000">
            <a:off x="2624492" y="1525359"/>
            <a:ext cx="418593" cy="128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feld 163">
            <a:extLst>
              <a:ext uri="{FF2B5EF4-FFF2-40B4-BE49-F238E27FC236}">
                <a16:creationId xmlns:a16="http://schemas.microsoft.com/office/drawing/2014/main" id="{0011A584-7FE0-442F-B709-6652B16F4F4F}"/>
              </a:ext>
            </a:extLst>
          </p:cNvPr>
          <p:cNvSpPr txBox="1"/>
          <p:nvPr/>
        </p:nvSpPr>
        <p:spPr>
          <a:xfrm>
            <a:off x="7546642" y="1920466"/>
            <a:ext cx="665380" cy="215444"/>
          </a:xfrm>
          <a:prstGeom prst="rect">
            <a:avLst/>
          </a:prstGeom>
          <a:noFill/>
        </p:spPr>
        <p:txBody>
          <a:bodyPr wrap="square" rtlCol="0">
            <a:spAutoFit/>
          </a:bodyPr>
          <a:lstStyle>
            <a:defPPr>
              <a:defRPr lang="en-US"/>
            </a:defPPr>
            <a:lvl1pPr marR="0" lvl="0" indent="0" defTabSz="456980" fontAlgn="auto">
              <a:lnSpc>
                <a:spcPct val="100000"/>
              </a:lnSpc>
              <a:spcBef>
                <a:spcPts val="0"/>
              </a:spcBef>
              <a:spcAft>
                <a:spcPts val="0"/>
              </a:spcAft>
              <a:buClrTx/>
              <a:buSzTx/>
              <a:buFontTx/>
              <a:buNone/>
              <a:tabLst/>
              <a:defRPr kumimoji="0" sz="800" b="0" i="0" u="none" strike="noStrike" cap="none" spc="0" normalizeH="0" baseline="0">
                <a:ln>
                  <a:noFill/>
                </a:ln>
                <a:solidFill>
                  <a:prstClr val="black"/>
                </a:solidFill>
                <a:effectLst/>
                <a:uLnTx/>
                <a:uFillTx/>
                <a:latin typeface="Arial"/>
                <a:ea typeface="华文新魏" panose="02010800040101010101" pitchFamily="2" charset="-122"/>
              </a:defRPr>
            </a:lvl1pPr>
          </a:lstStyle>
          <a:p>
            <a:pPr marL="0" marR="0" lvl="0" indent="0" algn="l" defTabSz="45698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rPr>
              <a:t>SD20</a:t>
            </a:r>
          </a:p>
        </p:txBody>
      </p:sp>
      <p:cxnSp>
        <p:nvCxnSpPr>
          <p:cNvPr id="11" name="Connector: Elbow 10">
            <a:extLst>
              <a:ext uri="{FF2B5EF4-FFF2-40B4-BE49-F238E27FC236}">
                <a16:creationId xmlns:a16="http://schemas.microsoft.com/office/drawing/2014/main" id="{4EA7A73F-F082-4874-BC0A-F43D92020E1F}"/>
              </a:ext>
            </a:extLst>
          </p:cNvPr>
          <p:cNvCxnSpPr>
            <a:cxnSpLocks/>
          </p:cNvCxnSpPr>
          <p:nvPr/>
        </p:nvCxnSpPr>
        <p:spPr>
          <a:xfrm rot="10800000">
            <a:off x="694984" y="1754388"/>
            <a:ext cx="3942768" cy="206155"/>
          </a:xfrm>
          <a:prstGeom prst="bentConnector3">
            <a:avLst>
              <a:gd name="adj1" fmla="val 50000"/>
            </a:avLst>
          </a:prstGeom>
          <a:ln w="19050">
            <a:solidFill>
              <a:srgbClr val="00B050"/>
            </a:solidFill>
            <a:prstDash val="sysDot"/>
            <a:headEnd type="oval"/>
          </a:ln>
        </p:spPr>
        <p:style>
          <a:lnRef idx="1">
            <a:schemeClr val="accent6"/>
          </a:lnRef>
          <a:fillRef idx="0">
            <a:schemeClr val="accent6"/>
          </a:fillRef>
          <a:effectRef idx="0">
            <a:schemeClr val="accent6"/>
          </a:effectRef>
          <a:fontRef idx="minor">
            <a:schemeClr val="tx1"/>
          </a:fontRef>
        </p:style>
      </p:cxnSp>
      <p:cxnSp>
        <p:nvCxnSpPr>
          <p:cNvPr id="59" name="Connector: Elbow 58">
            <a:extLst>
              <a:ext uri="{FF2B5EF4-FFF2-40B4-BE49-F238E27FC236}">
                <a16:creationId xmlns:a16="http://schemas.microsoft.com/office/drawing/2014/main" id="{3C723F86-015B-47D7-A1C8-DF0951D42D50}"/>
              </a:ext>
            </a:extLst>
          </p:cNvPr>
          <p:cNvCxnSpPr>
            <a:cxnSpLocks/>
          </p:cNvCxnSpPr>
          <p:nvPr/>
        </p:nvCxnSpPr>
        <p:spPr>
          <a:xfrm rot="10800000" flipV="1">
            <a:off x="671192" y="2396726"/>
            <a:ext cx="3944711" cy="742846"/>
          </a:xfrm>
          <a:prstGeom prst="bentConnector3">
            <a:avLst>
              <a:gd name="adj1" fmla="val 20958"/>
            </a:avLst>
          </a:prstGeom>
          <a:ln w="19050">
            <a:solidFill>
              <a:srgbClr val="00B050"/>
            </a:solidFill>
            <a:prstDash val="sysDot"/>
            <a:headEnd type="oval"/>
          </a:ln>
        </p:spPr>
        <p:style>
          <a:lnRef idx="1">
            <a:schemeClr val="accent6"/>
          </a:lnRef>
          <a:fillRef idx="0">
            <a:schemeClr val="accent6"/>
          </a:fillRef>
          <a:effectRef idx="0">
            <a:schemeClr val="accent6"/>
          </a:effectRef>
          <a:fontRef idx="minor">
            <a:schemeClr val="tx1"/>
          </a:fontRef>
        </p:style>
      </p:cxnSp>
      <p:cxnSp>
        <p:nvCxnSpPr>
          <p:cNvPr id="66" name="Connector: Elbow 65">
            <a:extLst>
              <a:ext uri="{FF2B5EF4-FFF2-40B4-BE49-F238E27FC236}">
                <a16:creationId xmlns:a16="http://schemas.microsoft.com/office/drawing/2014/main" id="{2F70364B-CC3C-4B40-81F9-CF1C71788DF0}"/>
              </a:ext>
            </a:extLst>
          </p:cNvPr>
          <p:cNvCxnSpPr>
            <a:cxnSpLocks/>
          </p:cNvCxnSpPr>
          <p:nvPr/>
        </p:nvCxnSpPr>
        <p:spPr>
          <a:xfrm rot="10800000" flipV="1">
            <a:off x="673136" y="3121229"/>
            <a:ext cx="3997405" cy="1748591"/>
          </a:xfrm>
          <a:prstGeom prst="bentConnector3">
            <a:avLst>
              <a:gd name="adj1" fmla="val 19763"/>
            </a:avLst>
          </a:prstGeom>
          <a:ln w="19050">
            <a:solidFill>
              <a:srgbClr val="00B050"/>
            </a:solidFill>
            <a:prstDash val="sysDot"/>
            <a:headEnd type="oval"/>
          </a:ln>
        </p:spPr>
        <p:style>
          <a:lnRef idx="1">
            <a:schemeClr val="accent6"/>
          </a:lnRef>
          <a:fillRef idx="0">
            <a:schemeClr val="accent6"/>
          </a:fillRef>
          <a:effectRef idx="0">
            <a:schemeClr val="accent6"/>
          </a:effectRef>
          <a:fontRef idx="minor">
            <a:schemeClr val="tx1"/>
          </a:fontRef>
        </p:style>
      </p:cxnSp>
      <p:cxnSp>
        <p:nvCxnSpPr>
          <p:cNvPr id="72" name="Connector: Elbow 71">
            <a:extLst>
              <a:ext uri="{FF2B5EF4-FFF2-40B4-BE49-F238E27FC236}">
                <a16:creationId xmlns:a16="http://schemas.microsoft.com/office/drawing/2014/main" id="{11AA0E98-09FD-4C3B-81F6-99DBA810ED61}"/>
              </a:ext>
            </a:extLst>
          </p:cNvPr>
          <p:cNvCxnSpPr>
            <a:cxnSpLocks/>
          </p:cNvCxnSpPr>
          <p:nvPr/>
        </p:nvCxnSpPr>
        <p:spPr>
          <a:xfrm rot="10800000">
            <a:off x="4918272" y="2075007"/>
            <a:ext cx="3432101" cy="108595"/>
          </a:xfrm>
          <a:prstGeom prst="bentConnector3">
            <a:avLst>
              <a:gd name="adj1" fmla="val 84840"/>
            </a:avLst>
          </a:prstGeom>
          <a:ln w="19050">
            <a:solidFill>
              <a:srgbClr val="00B050"/>
            </a:solidFill>
            <a:prstDash val="sysDot"/>
            <a:headEnd type="none"/>
            <a:tailEnd type="oval"/>
          </a:ln>
        </p:spPr>
        <p:style>
          <a:lnRef idx="1">
            <a:schemeClr val="accent6"/>
          </a:lnRef>
          <a:fillRef idx="0">
            <a:schemeClr val="accent6"/>
          </a:fillRef>
          <a:effectRef idx="0">
            <a:schemeClr val="accent6"/>
          </a:effectRef>
          <a:fontRef idx="minor">
            <a:schemeClr val="tx1"/>
          </a:fontRef>
        </p:style>
      </p:cxnSp>
      <p:cxnSp>
        <p:nvCxnSpPr>
          <p:cNvPr id="76" name="Connector: Elbow 75">
            <a:extLst>
              <a:ext uri="{FF2B5EF4-FFF2-40B4-BE49-F238E27FC236}">
                <a16:creationId xmlns:a16="http://schemas.microsoft.com/office/drawing/2014/main" id="{0F532558-F2FB-41C0-AA33-FC0B2287C903}"/>
              </a:ext>
            </a:extLst>
          </p:cNvPr>
          <p:cNvCxnSpPr>
            <a:cxnSpLocks/>
          </p:cNvCxnSpPr>
          <p:nvPr/>
        </p:nvCxnSpPr>
        <p:spPr>
          <a:xfrm rot="10800000">
            <a:off x="4829576" y="3349710"/>
            <a:ext cx="3561989" cy="659838"/>
          </a:xfrm>
          <a:prstGeom prst="bentConnector3">
            <a:avLst>
              <a:gd name="adj1" fmla="val 80392"/>
            </a:avLst>
          </a:prstGeom>
          <a:ln w="19050">
            <a:solidFill>
              <a:srgbClr val="00B050"/>
            </a:solidFill>
            <a:prstDash val="sysDot"/>
            <a:headEnd type="none"/>
            <a:tailEnd type="oval"/>
          </a:ln>
        </p:spPr>
        <p:style>
          <a:lnRef idx="1">
            <a:schemeClr val="accent6"/>
          </a:lnRef>
          <a:fillRef idx="0">
            <a:schemeClr val="accent6"/>
          </a:fillRef>
          <a:effectRef idx="0">
            <a:schemeClr val="accent6"/>
          </a:effectRef>
          <a:fontRef idx="minor">
            <a:schemeClr val="tx1"/>
          </a:fontRef>
        </p:style>
      </p:cxnSp>
      <p:cxnSp>
        <p:nvCxnSpPr>
          <p:cNvPr id="83" name="Connector: Elbow 82">
            <a:extLst>
              <a:ext uri="{FF2B5EF4-FFF2-40B4-BE49-F238E27FC236}">
                <a16:creationId xmlns:a16="http://schemas.microsoft.com/office/drawing/2014/main" id="{4AC80467-7E16-4DD2-8173-6C15DD46A7ED}"/>
              </a:ext>
            </a:extLst>
          </p:cNvPr>
          <p:cNvCxnSpPr>
            <a:cxnSpLocks/>
          </p:cNvCxnSpPr>
          <p:nvPr/>
        </p:nvCxnSpPr>
        <p:spPr>
          <a:xfrm rot="10800000">
            <a:off x="4829576" y="3775710"/>
            <a:ext cx="3539637" cy="1054734"/>
          </a:xfrm>
          <a:prstGeom prst="bentConnector3">
            <a:avLst>
              <a:gd name="adj1" fmla="val 86905"/>
            </a:avLst>
          </a:prstGeom>
          <a:ln w="19050">
            <a:solidFill>
              <a:srgbClr val="00B050"/>
            </a:solidFill>
            <a:prstDash val="sysDot"/>
            <a:headEnd type="none"/>
            <a:tailEnd type="oval"/>
          </a:ln>
        </p:spPr>
        <p:style>
          <a:lnRef idx="1">
            <a:schemeClr val="accent6"/>
          </a:lnRef>
          <a:fillRef idx="0">
            <a:schemeClr val="accent6"/>
          </a:fillRef>
          <a:effectRef idx="0">
            <a:schemeClr val="accent6"/>
          </a:effectRef>
          <a:fontRef idx="minor">
            <a:schemeClr val="tx1"/>
          </a:fontRef>
        </p:style>
      </p:cxnSp>
      <p:sp>
        <p:nvSpPr>
          <p:cNvPr id="86" name="Textfeld 163">
            <a:extLst>
              <a:ext uri="{FF2B5EF4-FFF2-40B4-BE49-F238E27FC236}">
                <a16:creationId xmlns:a16="http://schemas.microsoft.com/office/drawing/2014/main" id="{1C583E12-2C73-4E5F-800A-05A27CF847AF}"/>
              </a:ext>
            </a:extLst>
          </p:cNvPr>
          <p:cNvSpPr txBox="1"/>
          <p:nvPr/>
        </p:nvSpPr>
        <p:spPr>
          <a:xfrm>
            <a:off x="2648230" y="2374736"/>
            <a:ext cx="975587" cy="215444"/>
          </a:xfrm>
          <a:prstGeom prst="rect">
            <a:avLst/>
          </a:prstGeom>
          <a:noFill/>
        </p:spPr>
        <p:txBody>
          <a:bodyPr wrap="square" rtlCol="0">
            <a:spAutoFit/>
          </a:bodyPr>
          <a:lstStyle>
            <a:defPPr>
              <a:defRPr lang="en-US"/>
            </a:defPPr>
            <a:lvl1pPr marR="0" lvl="0" indent="0" defTabSz="456980" fontAlgn="auto">
              <a:lnSpc>
                <a:spcPct val="100000"/>
              </a:lnSpc>
              <a:spcBef>
                <a:spcPts val="0"/>
              </a:spcBef>
              <a:spcAft>
                <a:spcPts val="0"/>
              </a:spcAft>
              <a:buClrTx/>
              <a:buSzTx/>
              <a:buFontTx/>
              <a:buNone/>
              <a:tabLst/>
              <a:defRPr kumimoji="0" sz="800" b="0" i="0" u="none" strike="noStrike" cap="none" spc="0" normalizeH="0" baseline="0">
                <a:ln>
                  <a:noFill/>
                </a:ln>
                <a:solidFill>
                  <a:prstClr val="black"/>
                </a:solidFill>
                <a:effectLst/>
                <a:uLnTx/>
                <a:uFillTx/>
                <a:latin typeface="Arial"/>
                <a:ea typeface="华文新魏" panose="02010800040101010101" pitchFamily="2" charset="-122"/>
              </a:defRPr>
            </a:lvl1pPr>
          </a:lstStyle>
          <a:p>
            <a:pPr marL="0" marR="0" lvl="0" indent="0" algn="l" defTabSz="45698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a:ea typeface="华文新魏" panose="02010800040101010101" pitchFamily="2" charset="-122"/>
                <a:cs typeface="+mn-cs"/>
              </a:rPr>
              <a:t>Humidity sensor</a:t>
            </a:r>
          </a:p>
        </p:txBody>
      </p:sp>
      <p:pic>
        <p:nvPicPr>
          <p:cNvPr id="88" name="Picture 87">
            <a:extLst>
              <a:ext uri="{FF2B5EF4-FFF2-40B4-BE49-F238E27FC236}">
                <a16:creationId xmlns:a16="http://schemas.microsoft.com/office/drawing/2014/main" id="{FA677196-30D5-45D2-8551-24F1B1571431}"/>
              </a:ext>
            </a:extLst>
          </p:cNvPr>
          <p:cNvPicPr>
            <a:picLocks noChangeAspect="1"/>
          </p:cNvPicPr>
          <p:nvPr/>
        </p:nvPicPr>
        <p:blipFill rotWithShape="1">
          <a:blip r:embed="rId15" cstate="email">
            <a:extLst>
              <a:ext uri="{28A0092B-C50C-407E-A947-70E740481C1C}">
                <a14:useLocalDpi xmlns:a14="http://schemas.microsoft.com/office/drawing/2010/main" val="0"/>
              </a:ext>
            </a:extLst>
          </a:blip>
          <a:srcRect t="5659" r="11111" b="18502"/>
          <a:stretch/>
        </p:blipFill>
        <p:spPr>
          <a:xfrm rot="16200000">
            <a:off x="7492233" y="1270322"/>
            <a:ext cx="542578" cy="822960"/>
          </a:xfrm>
          <a:prstGeom prst="rect">
            <a:avLst/>
          </a:prstGeom>
        </p:spPr>
      </p:pic>
      <p:pic>
        <p:nvPicPr>
          <p:cNvPr id="89" name="Picture 88">
            <a:extLst>
              <a:ext uri="{FF2B5EF4-FFF2-40B4-BE49-F238E27FC236}">
                <a16:creationId xmlns:a16="http://schemas.microsoft.com/office/drawing/2014/main" id="{B546A315-4063-44A8-B9A6-45333A6B9554}"/>
              </a:ext>
            </a:extLst>
          </p:cNvPr>
          <p:cNvPicPr>
            <a:picLocks noChangeAspect="1"/>
          </p:cNvPicPr>
          <p:nvPr/>
        </p:nvPicPr>
        <p:blipFill>
          <a:blip r:embed="rId16"/>
          <a:stretch>
            <a:fillRect/>
          </a:stretch>
        </p:blipFill>
        <p:spPr>
          <a:xfrm>
            <a:off x="1168685" y="1901878"/>
            <a:ext cx="869947" cy="360935"/>
          </a:xfrm>
          <a:prstGeom prst="rect">
            <a:avLst/>
          </a:prstGeom>
        </p:spPr>
      </p:pic>
    </p:spTree>
    <p:extLst>
      <p:ext uri="{BB962C8B-B14F-4D97-AF65-F5344CB8AC3E}">
        <p14:creationId xmlns:p14="http://schemas.microsoft.com/office/powerpoint/2010/main" val="2550795524"/>
      </p:ext>
    </p:extLst>
  </p:cSld>
  <p:clrMapOvr>
    <a:masterClrMapping/>
  </p:clrMapOvr>
</p:sld>
</file>

<file path=ppt/theme/theme1.xml><?xml version="1.0" encoding="utf-8"?>
<a:theme xmlns:a="http://schemas.openxmlformats.org/drawingml/2006/main" name="SE15_LIO_TextOnly V3">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E16_16x9_LIO_TextOnly" id="{222E36DC-DEB2-4167-AAD2-719A0A0A84E7}" vid="{173680AE-2A78-4D4B-BB98-E962BE5E68F0}"/>
    </a:ext>
  </a:extLst>
</a:theme>
</file>

<file path=ppt/theme/theme2.xml><?xml version="1.0" encoding="utf-8"?>
<a:theme xmlns:a="http://schemas.openxmlformats.org/drawingml/2006/main" name="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E16_16x9_LIO_TextOnly" id="{222E36DC-DEB2-4167-AAD2-719A0A0A84E7}" vid="{C0944B7B-67BA-4489-8138-D6FBC89D2CB8}"/>
    </a:ext>
  </a:extLst>
</a:theme>
</file>

<file path=ppt/theme/theme3.xml><?xml version="1.0" encoding="utf-8"?>
<a:theme xmlns:a="http://schemas.openxmlformats.org/drawingml/2006/main" name="4_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SE16_16x9_LIO_TextOnly</Template>
  <TotalTime>1786</TotalTime>
  <Words>92</Words>
  <Application>Microsoft Office PowerPoint</Application>
  <PresentationFormat>On-screen Show (16:9)</PresentationFormat>
  <Paragraphs>34</Paragraphs>
  <Slides>1</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Lucida Grande</vt:lpstr>
      <vt:lpstr>Arial</vt:lpstr>
      <vt:lpstr>Calibri</vt:lpstr>
      <vt:lpstr>SE15_LIO_TextOnly V3</vt:lpstr>
      <vt:lpstr>Schneider Text Slides</vt:lpstr>
      <vt:lpstr>4_Schneider Text Slides</vt:lpstr>
      <vt:lpstr>1_Schneider Text Slides</vt:lpstr>
      <vt:lpstr>PowerPoint Presentation</vt:lpstr>
    </vt:vector>
  </TitlesOfParts>
  <Company>Schneider Electric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Pinghua Gu</dc:creator>
  <cp:lastModifiedBy>Vivian CHEN</cp:lastModifiedBy>
  <cp:revision>136</cp:revision>
  <dcterms:created xsi:type="dcterms:W3CDTF">2019-11-28T01:27:08Z</dcterms:created>
  <dcterms:modified xsi:type="dcterms:W3CDTF">2019-12-05T05:59:10Z</dcterms:modified>
</cp:coreProperties>
</file>